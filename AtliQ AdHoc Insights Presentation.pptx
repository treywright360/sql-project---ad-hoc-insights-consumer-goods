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28"/>
  </p:notesMasterIdLst>
  <p:sldIdLst>
    <p:sldId id="307" r:id="rId2"/>
    <p:sldId id="259" r:id="rId3"/>
    <p:sldId id="257" r:id="rId4"/>
    <p:sldId id="330" r:id="rId5"/>
    <p:sldId id="308" r:id="rId6"/>
    <p:sldId id="318" r:id="rId7"/>
    <p:sldId id="309" r:id="rId8"/>
    <p:sldId id="319" r:id="rId9"/>
    <p:sldId id="310" r:id="rId10"/>
    <p:sldId id="320" r:id="rId11"/>
    <p:sldId id="311" r:id="rId12"/>
    <p:sldId id="321" r:id="rId13"/>
    <p:sldId id="312" r:id="rId14"/>
    <p:sldId id="322" r:id="rId15"/>
    <p:sldId id="313" r:id="rId16"/>
    <p:sldId id="323" r:id="rId17"/>
    <p:sldId id="314" r:id="rId18"/>
    <p:sldId id="324" r:id="rId19"/>
    <p:sldId id="315" r:id="rId20"/>
    <p:sldId id="325" r:id="rId21"/>
    <p:sldId id="316" r:id="rId22"/>
    <p:sldId id="326" r:id="rId23"/>
    <p:sldId id="317" r:id="rId24"/>
    <p:sldId id="327" r:id="rId25"/>
    <p:sldId id="258" r:id="rId26"/>
    <p:sldId id="331" r:id="rId27"/>
  </p:sldIdLst>
  <p:sldSz cx="9144000" cy="5143500" type="screen16x9"/>
  <p:notesSz cx="6858000" cy="9144000"/>
  <p:embeddedFontLst>
    <p:embeddedFont>
      <p:font typeface="Lexend" panose="020B0604020202020204" charset="0"/>
      <p:regular r:id="rId29"/>
      <p:bold r:id="rId30"/>
    </p:embeddedFont>
    <p:embeddedFont>
      <p:font typeface="Manjari" panose="020B0604020202020204"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FC3286-7360-409D-97DD-C1E81A74B91E}">
  <a:tblStyle styleId="{85FC3286-7360-409D-97DD-C1E81A74B91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2" d="100"/>
          <a:sy n="132" d="100"/>
        </p:scale>
        <p:origin x="1014" y="30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CE3C2239-9ED6-AAA0-A5B9-445503CF7F0D}"/>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4E1D3F24-AB8D-F8B0-24B3-0350444718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CFAAF945-6112-F834-0CBE-FAF5A6E52E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1969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p:cNvGrpSpPr/>
        <p:nvPr/>
      </p:nvGrpSpPr>
      <p:grpSpPr>
        <a:xfrm>
          <a:off x="0" y="0"/>
          <a:ext cx="0" cy="0"/>
          <a:chOff x="0" y="0"/>
          <a:chExt cx="0" cy="0"/>
        </a:xfrm>
      </p:grpSpPr>
      <p:sp>
        <p:nvSpPr>
          <p:cNvPr id="1915" name="Google Shape;1915;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d1bf8d60a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90" name="Google Shape;1890;gd1bf8d60a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indent="0">
              <a:buNone/>
            </a:pPr>
            <a:r>
              <a:rPr lang="en-US"/>
              <a:t>To address risks and capitalize on growth, it is recommended to allocate more marketing resources to Direct-to-Consumer channels. Additionally, inventory should be ramped up well before the critical Q1 sales period to meet demand. Pricing policies for major customers need review to ensure high volume sales do not erode profitability.</a:t>
            </a:r>
          </a:p>
        </p:txBody>
      </p:sp>
    </p:spTree>
    <p:extLst>
      <p:ext uri="{BB962C8B-B14F-4D97-AF65-F5344CB8AC3E}">
        <p14:creationId xmlns:p14="http://schemas.microsoft.com/office/powerpoint/2010/main" val="1783227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FD15F088-F5B4-6DDD-5E7E-E24B645F6912}"/>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3EB1DD1C-DD68-1646-F9BF-03C1DAAD71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DD090BEC-60E5-2518-15F9-08C8EDEF15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55957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3ABB0FBD-A8E3-AE08-86ED-419D233CB3FF}"/>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A630D14A-6CFC-1128-5ED0-DC052FCE14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A3235AEC-838E-E921-384D-5D4C62FD98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9126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FAFCE03E-A656-34F8-BB4F-5520ECDE8BEC}"/>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C6D04E22-97D7-C7E4-35A4-D7A95156A6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0142EDCB-AA35-BD54-9C63-DC32E3C059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6185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11FB48E3-2C54-EDF8-E233-72CB380C3CDA}"/>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50D3EAEA-AC57-AB05-5205-7C92BB2CBF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3F0AD0A1-0782-A023-E703-B73FE16B67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0285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361ADBC3-8398-2CA8-5C4A-070E1D46A814}"/>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BA4EC954-29E7-A37A-F41D-3BCD3FB3C3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3CFE2BEA-355C-0CE3-9D00-9E5A1ED38C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02675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8CF6A6CA-A4FE-4CF1-4572-C33B4D403212}"/>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E240E6E7-3BBF-59F7-DCFE-4936C4CA2E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286BD3FF-D02F-961A-1A03-452606F7B9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34702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7F4D65EB-DFAA-3A32-2FFF-C99AACB3A027}"/>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3B98435E-7F33-B1B9-06C2-971EFAE7CE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6C3B5B63-01E9-6380-26D3-192DF9C43B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109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17205581-E3F5-DBBF-224A-3E7E35DD886A}"/>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B74A0587-C258-0D43-C796-C523B14520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FEFB78C9-F683-E5F8-F4F1-8D62286849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5920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CFC36189-1042-4555-EA64-7780D7673353}"/>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7348CD1E-79B8-1731-26BD-399DFD44C8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8291278E-3CC2-1CD1-B73C-08B62E1C14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6068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B1F6AB23-28F7-4D66-1184-4DE4229D10AD}"/>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30F6E2E3-647F-D0A8-E1F9-BEB0DA8E5B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9E1F89D6-32F6-9456-3A11-5BEE3F313F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54300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5DFF8644-F835-BEB6-A416-7C29344473BA}"/>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34EAEF2F-FB25-35FF-8FA5-A0EDBEC55E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2AA26089-3652-0481-1C38-9A0B189A07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3613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FD230382-1802-2040-1298-1056AFAB2CC2}"/>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B5CF0505-9B71-59B0-07A0-E8784F6644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73ACD22E-D8B6-7B1A-C1EE-9038C84655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16254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63CC44C1-B3FA-B951-AB61-190EA51E68E7}"/>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DBE4415D-CC7F-995C-778C-60FD47777A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C8C7BE11-1C28-FBC9-50EB-1B69A973D7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777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F615BE3B-D02B-BB9F-A27A-ADCED543BA7E}"/>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B10CEF09-26B5-A217-2FFA-C659E398D2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ED5F2F17-15C1-7936-4ED8-A91D8ABD3C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2995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99568D53-2C68-2952-78E3-546F3F15F8B9}"/>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0465881B-F6F3-4F79-45FD-5C5DA1F346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E02F402C-7B33-6F04-6206-4F5CF3F516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46674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8136C4CB-BE3B-E80A-B193-81ADB3F4F9D7}"/>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7A69FCC3-88F2-9711-4C51-923B82137C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41D040FE-6254-EA3B-1FE2-1653604498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43370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C1CCE810-FC6E-7840-C95C-36A40C6C3AFA}"/>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8B374589-C82D-F549-9F00-72B16B7C09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19A70284-191F-0E3A-5F0C-D54FF3F5FA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24760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ADE5BEF9-A3EF-8CED-C9E1-FBEA024FDEF7}"/>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41008B4A-86C0-4F78-191A-F1A509E634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78ED5A39-85A2-B311-6364-0790B79725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0097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C60036E9-3FDE-50F9-E40D-CAC2A181E8CD}"/>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C1DAB79F-FEA3-4579-182D-A03387C70B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D953EC72-5566-5F7E-2B84-3092AE8D2B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09493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a:extLst>
            <a:ext uri="{FF2B5EF4-FFF2-40B4-BE49-F238E27FC236}">
              <a16:creationId xmlns:a16="http://schemas.microsoft.com/office/drawing/2014/main" id="{4DEC28A5-722F-39DF-CE77-84B79BF34FE0}"/>
            </a:ext>
          </a:extLst>
        </p:cNvPr>
        <p:cNvGrpSpPr/>
        <p:nvPr/>
      </p:nvGrpSpPr>
      <p:grpSpPr>
        <a:xfrm>
          <a:off x="0" y="0"/>
          <a:ext cx="0" cy="0"/>
          <a:chOff x="0" y="0"/>
          <a:chExt cx="0" cy="0"/>
        </a:xfrm>
      </p:grpSpPr>
      <p:sp>
        <p:nvSpPr>
          <p:cNvPr id="1915" name="Google Shape;1915;g20f41e19245_0_0:notes">
            <a:extLst>
              <a:ext uri="{FF2B5EF4-FFF2-40B4-BE49-F238E27FC236}">
                <a16:creationId xmlns:a16="http://schemas.microsoft.com/office/drawing/2014/main" id="{CB43B5F2-5EA7-C28F-6D7D-0ED370E001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16" name="Google Shape;1916;g20f41e19245_0_0:notes">
            <a:extLst>
              <a:ext uri="{FF2B5EF4-FFF2-40B4-BE49-F238E27FC236}">
                <a16:creationId xmlns:a16="http://schemas.microsoft.com/office/drawing/2014/main" id="{C6F08E4B-9197-B5B8-94AD-BC65329359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91452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7"/>
        <p:cNvGrpSpPr/>
        <p:nvPr/>
      </p:nvGrpSpPr>
      <p:grpSpPr>
        <a:xfrm>
          <a:off x="0" y="0"/>
          <a:ext cx="0" cy="0"/>
          <a:chOff x="0" y="0"/>
          <a:chExt cx="0" cy="0"/>
        </a:xfrm>
      </p:grpSpPr>
      <p:sp>
        <p:nvSpPr>
          <p:cNvPr id="1898" name="Google Shape;1898;gd1bf8d60a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99" name="Google Shape;1899;gd1bf8d60a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4"/>
        <p:cNvGrpSpPr/>
        <p:nvPr/>
      </p:nvGrpSpPr>
      <p:grpSpPr>
        <a:xfrm>
          <a:off x="0" y="0"/>
          <a:ext cx="0" cy="0"/>
          <a:chOff x="0" y="0"/>
          <a:chExt cx="0" cy="0"/>
        </a:xfrm>
      </p:grpSpPr>
      <p:pic>
        <p:nvPicPr>
          <p:cNvPr id="75" name="Google Shape;75;p3"/>
          <p:cNvPicPr preferRelativeResize="0"/>
          <p:nvPr/>
        </p:nvPicPr>
        <p:blipFill rotWithShape="1">
          <a:blip r:embed="rId2">
            <a:alphaModFix/>
          </a:blip>
          <a:srcRect r="990" b="901"/>
          <a:stretch/>
        </p:blipFill>
        <p:spPr>
          <a:xfrm>
            <a:off x="0" y="0"/>
            <a:ext cx="9144003" cy="5143500"/>
          </a:xfrm>
          <a:prstGeom prst="rect">
            <a:avLst/>
          </a:prstGeom>
          <a:noFill/>
          <a:ln>
            <a:noFill/>
          </a:ln>
        </p:spPr>
      </p:pic>
      <p:grpSp>
        <p:nvGrpSpPr>
          <p:cNvPr id="76" name="Google Shape;76;p3"/>
          <p:cNvGrpSpPr/>
          <p:nvPr/>
        </p:nvGrpSpPr>
        <p:grpSpPr>
          <a:xfrm>
            <a:off x="-871550" y="-1016375"/>
            <a:ext cx="11081975" cy="6703400"/>
            <a:chOff x="-871550" y="-1016375"/>
            <a:chExt cx="11081975" cy="6703400"/>
          </a:xfrm>
        </p:grpSpPr>
        <p:sp>
          <p:nvSpPr>
            <p:cNvPr id="77" name="Google Shape;77;p3"/>
            <p:cNvSpPr/>
            <p:nvPr/>
          </p:nvSpPr>
          <p:spPr>
            <a:xfrm>
              <a:off x="-387625" y="1914175"/>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78" name="Google Shape;78;p3"/>
            <p:cNvSpPr/>
            <p:nvPr/>
          </p:nvSpPr>
          <p:spPr>
            <a:xfrm>
              <a:off x="-871550" y="2160610"/>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79" name="Google Shape;79;p3"/>
            <p:cNvSpPr/>
            <p:nvPr/>
          </p:nvSpPr>
          <p:spPr>
            <a:xfrm rot="5400000">
              <a:off x="-109850" y="4925325"/>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80" name="Google Shape;80;p3"/>
            <p:cNvSpPr/>
            <p:nvPr/>
          </p:nvSpPr>
          <p:spPr>
            <a:xfrm rot="5400000">
              <a:off x="5393950" y="-360875"/>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81" name="Google Shape;81;p3"/>
            <p:cNvSpPr/>
            <p:nvPr/>
          </p:nvSpPr>
          <p:spPr>
            <a:xfrm rot="10800000">
              <a:off x="8309300" y="3531835"/>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82" name="Google Shape;82;p3"/>
            <p:cNvSpPr/>
            <p:nvPr/>
          </p:nvSpPr>
          <p:spPr>
            <a:xfrm rot="10800000">
              <a:off x="8793225" y="3285400"/>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83" name="Google Shape;83;p3"/>
          <p:cNvGrpSpPr/>
          <p:nvPr/>
        </p:nvGrpSpPr>
        <p:grpSpPr>
          <a:xfrm>
            <a:off x="744821" y="-576378"/>
            <a:ext cx="8262669" cy="6318414"/>
            <a:chOff x="744821" y="-576378"/>
            <a:chExt cx="8262669" cy="6318414"/>
          </a:xfrm>
        </p:grpSpPr>
        <p:grpSp>
          <p:nvGrpSpPr>
            <p:cNvPr id="84" name="Google Shape;84;p3"/>
            <p:cNvGrpSpPr/>
            <p:nvPr/>
          </p:nvGrpSpPr>
          <p:grpSpPr>
            <a:xfrm>
              <a:off x="6850580" y="4492208"/>
              <a:ext cx="2156910" cy="506908"/>
              <a:chOff x="4891825" y="3495059"/>
              <a:chExt cx="1351193" cy="317552"/>
            </a:xfrm>
          </p:grpSpPr>
          <p:sp>
            <p:nvSpPr>
              <p:cNvPr id="85" name="Google Shape;85;p3"/>
              <p:cNvSpPr/>
              <p:nvPr/>
            </p:nvSpPr>
            <p:spPr>
              <a:xfrm>
                <a:off x="6208918" y="3706050"/>
                <a:ext cx="34100" cy="31969"/>
              </a:xfrm>
              <a:custGeom>
                <a:avLst/>
                <a:gdLst/>
                <a:ahLst/>
                <a:cxnLst/>
                <a:rect l="l" t="t" r="r" b="b"/>
                <a:pathLst>
                  <a:path w="15" h="15" extrusionOk="0">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 name="Google Shape;86;p3"/>
              <p:cNvSpPr/>
              <p:nvPr/>
            </p:nvSpPr>
            <p:spPr>
              <a:xfrm>
                <a:off x="4891825" y="3584575"/>
                <a:ext cx="29825" cy="29825"/>
              </a:xfrm>
              <a:custGeom>
                <a:avLst/>
                <a:gdLst/>
                <a:ahLst/>
                <a:cxnLst/>
                <a:rect l="l" t="t" r="r" b="b"/>
                <a:pathLst>
                  <a:path w="15" h="14" extrusionOk="0">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 name="Google Shape;87;p3"/>
              <p:cNvSpPr/>
              <p:nvPr/>
            </p:nvSpPr>
            <p:spPr>
              <a:xfrm>
                <a:off x="4917389" y="3595227"/>
                <a:ext cx="1295792" cy="217384"/>
              </a:xfrm>
              <a:custGeom>
                <a:avLst/>
                <a:gdLst/>
                <a:ahLst/>
                <a:cxnLst/>
                <a:rect l="l" t="t" r="r" b="b"/>
                <a:pathLst>
                  <a:path w="608" h="102" extrusionOk="0">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 name="Google Shape;88;p3"/>
              <p:cNvSpPr/>
              <p:nvPr/>
            </p:nvSpPr>
            <p:spPr>
              <a:xfrm>
                <a:off x="5933990" y="3716706"/>
                <a:ext cx="31969" cy="34099"/>
              </a:xfrm>
              <a:custGeom>
                <a:avLst/>
                <a:gdLst/>
                <a:ahLst/>
                <a:cxnLst/>
                <a:rect l="l" t="t" r="r" b="b"/>
                <a:pathLst>
                  <a:path w="14" h="15" extrusionOk="0">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 name="Google Shape;89;p3"/>
              <p:cNvSpPr/>
              <p:nvPr/>
            </p:nvSpPr>
            <p:spPr>
              <a:xfrm>
                <a:off x="5286094" y="3495059"/>
                <a:ext cx="29837" cy="31969"/>
              </a:xfrm>
              <a:custGeom>
                <a:avLst/>
                <a:gdLst/>
                <a:ahLst/>
                <a:cxnLst/>
                <a:rect l="l" t="t" r="r" b="b"/>
                <a:pathLst>
                  <a:path w="14" h="15" extrusionOk="0">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 name="Google Shape;90;p3"/>
              <p:cNvSpPr/>
              <p:nvPr/>
            </p:nvSpPr>
            <p:spPr>
              <a:xfrm>
                <a:off x="5311668" y="3507847"/>
                <a:ext cx="632979" cy="219516"/>
              </a:xfrm>
              <a:custGeom>
                <a:avLst/>
                <a:gdLst/>
                <a:ahLst/>
                <a:cxnLst/>
                <a:rect l="l" t="t" r="r" b="b"/>
                <a:pathLst>
                  <a:path w="297" h="103" extrusionOk="0">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1" name="Google Shape;91;p3"/>
            <p:cNvGrpSpPr/>
            <p:nvPr/>
          </p:nvGrpSpPr>
          <p:grpSpPr>
            <a:xfrm>
              <a:off x="744821" y="-576378"/>
              <a:ext cx="204128" cy="1115878"/>
              <a:chOff x="6605329" y="191675"/>
              <a:chExt cx="127876" cy="699040"/>
            </a:xfrm>
          </p:grpSpPr>
          <p:sp>
            <p:nvSpPr>
              <p:cNvPr id="92" name="Google Shape;92;p3"/>
              <p:cNvSpPr/>
              <p:nvPr/>
            </p:nvSpPr>
            <p:spPr>
              <a:xfrm>
                <a:off x="6701235" y="858746"/>
                <a:ext cx="31969" cy="31969"/>
              </a:xfrm>
              <a:custGeom>
                <a:avLst/>
                <a:gdLst/>
                <a:ahLst/>
                <a:cxnLst/>
                <a:rect l="l" t="t" r="r" b="b"/>
                <a:pathLst>
                  <a:path w="15" h="14" extrusionOk="0">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 name="Google Shape;93;p3"/>
              <p:cNvSpPr/>
              <p:nvPr/>
            </p:nvSpPr>
            <p:spPr>
              <a:xfrm>
                <a:off x="6605329" y="191675"/>
                <a:ext cx="115087" cy="671334"/>
              </a:xfrm>
              <a:custGeom>
                <a:avLst/>
                <a:gdLst/>
                <a:ahLst/>
                <a:cxnLst/>
                <a:rect l="l" t="t" r="r" b="b"/>
                <a:pathLst>
                  <a:path w="54" h="315" extrusionOk="0">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4" name="Google Shape;94;p3"/>
            <p:cNvGrpSpPr/>
            <p:nvPr/>
          </p:nvGrpSpPr>
          <p:grpSpPr>
            <a:xfrm>
              <a:off x="1204715" y="-158755"/>
              <a:ext cx="1493520" cy="615774"/>
              <a:chOff x="5301012" y="396272"/>
              <a:chExt cx="935614" cy="385751"/>
            </a:xfrm>
          </p:grpSpPr>
          <p:sp>
            <p:nvSpPr>
              <p:cNvPr id="95" name="Google Shape;95;p3"/>
              <p:cNvSpPr/>
              <p:nvPr/>
            </p:nvSpPr>
            <p:spPr>
              <a:xfrm>
                <a:off x="6202525" y="396272"/>
                <a:ext cx="34100" cy="34099"/>
              </a:xfrm>
              <a:custGeom>
                <a:avLst/>
                <a:gdLst/>
                <a:ahLst/>
                <a:cxnLst/>
                <a:rect l="l" t="t" r="r" b="b"/>
                <a:pathLst>
                  <a:path w="15" h="15" extrusionOk="0">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 name="Google Shape;96;p3"/>
              <p:cNvSpPr/>
              <p:nvPr/>
            </p:nvSpPr>
            <p:spPr>
              <a:xfrm>
                <a:off x="5301012" y="750054"/>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 name="Google Shape;97;p3"/>
              <p:cNvSpPr/>
              <p:nvPr/>
            </p:nvSpPr>
            <p:spPr>
              <a:xfrm>
                <a:off x="5322324" y="426109"/>
                <a:ext cx="903645" cy="336732"/>
              </a:xfrm>
              <a:custGeom>
                <a:avLst/>
                <a:gdLst/>
                <a:ahLst/>
                <a:cxnLst/>
                <a:rect l="l" t="t" r="r" b="b"/>
                <a:pathLst>
                  <a:path w="424" h="158" extrusionOk="0">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8" name="Google Shape;98;p3"/>
            <p:cNvGrpSpPr/>
            <p:nvPr/>
          </p:nvGrpSpPr>
          <p:grpSpPr>
            <a:xfrm>
              <a:off x="7838933" y="159032"/>
              <a:ext cx="1064856" cy="813093"/>
              <a:chOff x="3843246" y="357910"/>
              <a:chExt cx="667078" cy="509361"/>
            </a:xfrm>
          </p:grpSpPr>
          <p:sp>
            <p:nvSpPr>
              <p:cNvPr id="99" name="Google Shape;99;p3"/>
              <p:cNvSpPr/>
              <p:nvPr/>
            </p:nvSpPr>
            <p:spPr>
              <a:xfrm>
                <a:off x="3870952" y="385616"/>
                <a:ext cx="626584" cy="471000"/>
              </a:xfrm>
              <a:custGeom>
                <a:avLst/>
                <a:gdLst/>
                <a:ahLst/>
                <a:cxnLst/>
                <a:rect l="l" t="t" r="r" b="b"/>
                <a:pathLst>
                  <a:path w="294" h="221" extrusionOk="0">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 name="Google Shape;100;p3"/>
              <p:cNvSpPr/>
              <p:nvPr/>
            </p:nvSpPr>
            <p:spPr>
              <a:xfrm>
                <a:off x="3843246" y="835302"/>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 name="Google Shape;101;p3"/>
              <p:cNvSpPr/>
              <p:nvPr/>
            </p:nvSpPr>
            <p:spPr>
              <a:xfrm>
                <a:off x="4478354" y="357910"/>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2" name="Google Shape;102;p3"/>
            <p:cNvGrpSpPr/>
            <p:nvPr/>
          </p:nvGrpSpPr>
          <p:grpSpPr>
            <a:xfrm>
              <a:off x="7099018" y="-57203"/>
              <a:ext cx="1337026" cy="826702"/>
              <a:chOff x="3421261" y="191675"/>
              <a:chExt cx="837578" cy="517886"/>
            </a:xfrm>
          </p:grpSpPr>
          <p:sp>
            <p:nvSpPr>
              <p:cNvPr id="103" name="Google Shape;103;p3"/>
              <p:cNvSpPr/>
              <p:nvPr/>
            </p:nvSpPr>
            <p:spPr>
              <a:xfrm>
                <a:off x="3421261" y="679724"/>
                <a:ext cx="31969" cy="29837"/>
              </a:xfrm>
              <a:custGeom>
                <a:avLst/>
                <a:gdLst/>
                <a:ahLst/>
                <a:cxnLst/>
                <a:rect l="l" t="t" r="r" b="b"/>
                <a:pathLst>
                  <a:path w="14" h="14" extrusionOk="0">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 name="Google Shape;104;p3"/>
              <p:cNvSpPr/>
              <p:nvPr/>
            </p:nvSpPr>
            <p:spPr>
              <a:xfrm>
                <a:off x="3442573" y="191675"/>
                <a:ext cx="816266" cy="498704"/>
              </a:xfrm>
              <a:custGeom>
                <a:avLst/>
                <a:gdLst/>
                <a:ahLst/>
                <a:cxnLst/>
                <a:rect l="l" t="t" r="r" b="b"/>
                <a:pathLst>
                  <a:path w="383" h="234" extrusionOk="0">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5" name="Google Shape;105;p3"/>
            <p:cNvGrpSpPr/>
            <p:nvPr/>
          </p:nvGrpSpPr>
          <p:grpSpPr>
            <a:xfrm flipH="1">
              <a:off x="1029578" y="4404023"/>
              <a:ext cx="619332" cy="1338013"/>
              <a:chOff x="6850421" y="775628"/>
              <a:chExt cx="398541" cy="861012"/>
            </a:xfrm>
          </p:grpSpPr>
          <p:sp>
            <p:nvSpPr>
              <p:cNvPr id="106" name="Google Shape;106;p3"/>
              <p:cNvSpPr/>
              <p:nvPr/>
            </p:nvSpPr>
            <p:spPr>
              <a:xfrm>
                <a:off x="6850421" y="1604672"/>
                <a:ext cx="34100" cy="31969"/>
              </a:xfrm>
              <a:custGeom>
                <a:avLst/>
                <a:gdLst/>
                <a:ahLst/>
                <a:cxnLst/>
                <a:rect l="l" t="t" r="r" b="b"/>
                <a:pathLst>
                  <a:path w="15" h="15" extrusionOk="0">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 name="Google Shape;107;p3"/>
              <p:cNvSpPr/>
              <p:nvPr/>
            </p:nvSpPr>
            <p:spPr>
              <a:xfrm>
                <a:off x="7138138" y="775628"/>
                <a:ext cx="31969" cy="31969"/>
              </a:xfrm>
              <a:custGeom>
                <a:avLst/>
                <a:gdLst/>
                <a:ahLst/>
                <a:cxnLst/>
                <a:rect l="l" t="t" r="r" b="b"/>
                <a:pathLst>
                  <a:path w="14" h="14" extrusionOk="0">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 name="Google Shape;108;p3"/>
              <p:cNvSpPr/>
              <p:nvPr/>
            </p:nvSpPr>
            <p:spPr>
              <a:xfrm>
                <a:off x="6861077" y="794810"/>
                <a:ext cx="387885" cy="814124"/>
              </a:xfrm>
              <a:custGeom>
                <a:avLst/>
                <a:gdLst/>
                <a:ahLst/>
                <a:cxnLst/>
                <a:rect l="l" t="t" r="r" b="b"/>
                <a:pathLst>
                  <a:path w="182" h="382" extrusionOk="0">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9" name="Google Shape;109;p3"/>
            <p:cNvGrpSpPr/>
            <p:nvPr/>
          </p:nvGrpSpPr>
          <p:grpSpPr>
            <a:xfrm>
              <a:off x="4984595" y="4666482"/>
              <a:ext cx="1064856" cy="813093"/>
              <a:chOff x="3843246" y="357910"/>
              <a:chExt cx="667078" cy="509361"/>
            </a:xfrm>
          </p:grpSpPr>
          <p:sp>
            <p:nvSpPr>
              <p:cNvPr id="110" name="Google Shape;110;p3"/>
              <p:cNvSpPr/>
              <p:nvPr/>
            </p:nvSpPr>
            <p:spPr>
              <a:xfrm>
                <a:off x="3870952" y="385616"/>
                <a:ext cx="626584" cy="471000"/>
              </a:xfrm>
              <a:custGeom>
                <a:avLst/>
                <a:gdLst/>
                <a:ahLst/>
                <a:cxnLst/>
                <a:rect l="l" t="t" r="r" b="b"/>
                <a:pathLst>
                  <a:path w="294" h="221" extrusionOk="0">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 name="Google Shape;111;p3"/>
              <p:cNvSpPr/>
              <p:nvPr/>
            </p:nvSpPr>
            <p:spPr>
              <a:xfrm>
                <a:off x="3843246" y="835302"/>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 name="Google Shape;112;p3"/>
              <p:cNvSpPr/>
              <p:nvPr/>
            </p:nvSpPr>
            <p:spPr>
              <a:xfrm>
                <a:off x="4478354" y="357910"/>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13" name="Google Shape;113;p3"/>
          <p:cNvGrpSpPr/>
          <p:nvPr/>
        </p:nvGrpSpPr>
        <p:grpSpPr>
          <a:xfrm>
            <a:off x="2046988" y="4799750"/>
            <a:ext cx="130200" cy="126125"/>
            <a:chOff x="3935725" y="167575"/>
            <a:chExt cx="130200" cy="126125"/>
          </a:xfrm>
        </p:grpSpPr>
        <p:sp>
          <p:nvSpPr>
            <p:cNvPr id="114" name="Google Shape;114;p3"/>
            <p:cNvSpPr/>
            <p:nvPr/>
          </p:nvSpPr>
          <p:spPr>
            <a:xfrm>
              <a:off x="3935725" y="167575"/>
              <a:ext cx="65100" cy="564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15" name="Google Shape;115;p3"/>
            <p:cNvSpPr/>
            <p:nvPr/>
          </p:nvSpPr>
          <p:spPr>
            <a:xfrm>
              <a:off x="4000825" y="201775"/>
              <a:ext cx="65100" cy="564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16" name="Google Shape;116;p3"/>
            <p:cNvSpPr/>
            <p:nvPr/>
          </p:nvSpPr>
          <p:spPr>
            <a:xfrm>
              <a:off x="3935725" y="237300"/>
              <a:ext cx="65100" cy="564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17" name="Google Shape;117;p3"/>
          <p:cNvGrpSpPr/>
          <p:nvPr/>
        </p:nvGrpSpPr>
        <p:grpSpPr>
          <a:xfrm>
            <a:off x="8845345" y="4235716"/>
            <a:ext cx="101875" cy="134875"/>
            <a:chOff x="3928495" y="333391"/>
            <a:chExt cx="101875" cy="134875"/>
          </a:xfrm>
        </p:grpSpPr>
        <p:grpSp>
          <p:nvGrpSpPr>
            <p:cNvPr id="118" name="Google Shape;118;p3"/>
            <p:cNvGrpSpPr/>
            <p:nvPr/>
          </p:nvGrpSpPr>
          <p:grpSpPr>
            <a:xfrm>
              <a:off x="3928495" y="379241"/>
              <a:ext cx="44700" cy="42600"/>
              <a:chOff x="3928495" y="379241"/>
              <a:chExt cx="44700" cy="42600"/>
            </a:xfrm>
          </p:grpSpPr>
          <p:sp>
            <p:nvSpPr>
              <p:cNvPr id="119" name="Google Shape;119;p3"/>
              <p:cNvSpPr/>
              <p:nvPr/>
            </p:nvSpPr>
            <p:spPr>
              <a:xfrm>
                <a:off x="3928495" y="396272"/>
                <a:ext cx="44700" cy="8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 name="Google Shape;120;p3"/>
              <p:cNvSpPr/>
              <p:nvPr/>
            </p:nvSpPr>
            <p:spPr>
              <a:xfrm>
                <a:off x="3946802" y="379241"/>
                <a:ext cx="8100" cy="426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21" name="Google Shape;121;p3"/>
            <p:cNvGrpSpPr/>
            <p:nvPr/>
          </p:nvGrpSpPr>
          <p:grpSpPr>
            <a:xfrm>
              <a:off x="3985670" y="425666"/>
              <a:ext cx="44700" cy="42600"/>
              <a:chOff x="3928495" y="379241"/>
              <a:chExt cx="44700" cy="42600"/>
            </a:xfrm>
          </p:grpSpPr>
          <p:sp>
            <p:nvSpPr>
              <p:cNvPr id="122" name="Google Shape;122;p3"/>
              <p:cNvSpPr/>
              <p:nvPr/>
            </p:nvSpPr>
            <p:spPr>
              <a:xfrm>
                <a:off x="3928495" y="396272"/>
                <a:ext cx="44700" cy="8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 name="Google Shape;123;p3"/>
              <p:cNvSpPr/>
              <p:nvPr/>
            </p:nvSpPr>
            <p:spPr>
              <a:xfrm>
                <a:off x="3946802" y="379241"/>
                <a:ext cx="8100" cy="426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24" name="Google Shape;124;p3"/>
            <p:cNvGrpSpPr/>
            <p:nvPr/>
          </p:nvGrpSpPr>
          <p:grpSpPr>
            <a:xfrm>
              <a:off x="3985670" y="333391"/>
              <a:ext cx="44700" cy="42600"/>
              <a:chOff x="3928495" y="379241"/>
              <a:chExt cx="44700" cy="42600"/>
            </a:xfrm>
          </p:grpSpPr>
          <p:sp>
            <p:nvSpPr>
              <p:cNvPr id="125" name="Google Shape;125;p3"/>
              <p:cNvSpPr/>
              <p:nvPr/>
            </p:nvSpPr>
            <p:spPr>
              <a:xfrm>
                <a:off x="3928495" y="396272"/>
                <a:ext cx="44700" cy="8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 name="Google Shape;126;p3"/>
              <p:cNvSpPr/>
              <p:nvPr/>
            </p:nvSpPr>
            <p:spPr>
              <a:xfrm>
                <a:off x="3946802" y="379241"/>
                <a:ext cx="8100" cy="426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27" name="Google Shape;127;p3"/>
          <p:cNvGrpSpPr/>
          <p:nvPr/>
        </p:nvGrpSpPr>
        <p:grpSpPr>
          <a:xfrm>
            <a:off x="133075" y="1443037"/>
            <a:ext cx="445675" cy="119073"/>
            <a:chOff x="3578973" y="2550931"/>
            <a:chExt cx="279193" cy="74593"/>
          </a:xfrm>
        </p:grpSpPr>
        <p:sp>
          <p:nvSpPr>
            <p:cNvPr id="128" name="Google Shape;128;p3"/>
            <p:cNvSpPr/>
            <p:nvPr/>
          </p:nvSpPr>
          <p:spPr>
            <a:xfrm>
              <a:off x="3578973" y="2550931"/>
              <a:ext cx="42625" cy="74593"/>
            </a:xfrm>
            <a:custGeom>
              <a:avLst/>
              <a:gdLst/>
              <a:ahLst/>
              <a:cxnLst/>
              <a:rect l="l" t="t" r="r" b="b"/>
              <a:pathLst>
                <a:path w="20" h="35" extrusionOk="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 name="Google Shape;129;p3"/>
            <p:cNvSpPr/>
            <p:nvPr/>
          </p:nvSpPr>
          <p:spPr>
            <a:xfrm>
              <a:off x="3636518"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 name="Google Shape;130;p3"/>
            <p:cNvSpPr/>
            <p:nvPr/>
          </p:nvSpPr>
          <p:spPr>
            <a:xfrm>
              <a:off x="3698323" y="2550931"/>
              <a:ext cx="42625" cy="74593"/>
            </a:xfrm>
            <a:custGeom>
              <a:avLst/>
              <a:gdLst/>
              <a:ahLst/>
              <a:cxnLst/>
              <a:rect l="l" t="t" r="r" b="b"/>
              <a:pathLst>
                <a:path w="20" h="35" extrusionOk="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 name="Google Shape;131;p3"/>
            <p:cNvSpPr/>
            <p:nvPr/>
          </p:nvSpPr>
          <p:spPr>
            <a:xfrm>
              <a:off x="3755867"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 name="Google Shape;132;p3"/>
            <p:cNvSpPr/>
            <p:nvPr/>
          </p:nvSpPr>
          <p:spPr>
            <a:xfrm>
              <a:off x="3813410" y="2550931"/>
              <a:ext cx="44757" cy="74593"/>
            </a:xfrm>
            <a:custGeom>
              <a:avLst/>
              <a:gdLst/>
              <a:ahLst/>
              <a:cxnLst/>
              <a:rect l="l" t="t" r="r" b="b"/>
              <a:pathLst>
                <a:path w="21" h="35" extrusionOk="0">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 name="Google Shape;133;p3"/>
            <p:cNvSpPr/>
            <p:nvPr/>
          </p:nvSpPr>
          <p:spPr>
            <a:xfrm>
              <a:off x="3578973" y="2550931"/>
              <a:ext cx="42625" cy="74593"/>
            </a:xfrm>
            <a:custGeom>
              <a:avLst/>
              <a:gdLst/>
              <a:ahLst/>
              <a:cxnLst/>
              <a:rect l="l" t="t" r="r" b="b"/>
              <a:pathLst>
                <a:path w="20" h="35" extrusionOk="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 name="Google Shape;134;p3"/>
            <p:cNvSpPr/>
            <p:nvPr/>
          </p:nvSpPr>
          <p:spPr>
            <a:xfrm>
              <a:off x="3636518"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 name="Google Shape;135;p3"/>
            <p:cNvSpPr/>
            <p:nvPr/>
          </p:nvSpPr>
          <p:spPr>
            <a:xfrm>
              <a:off x="3698323" y="2550931"/>
              <a:ext cx="42625" cy="74593"/>
            </a:xfrm>
            <a:custGeom>
              <a:avLst/>
              <a:gdLst/>
              <a:ahLst/>
              <a:cxnLst/>
              <a:rect l="l" t="t" r="r" b="b"/>
              <a:pathLst>
                <a:path w="20" h="35" extrusionOk="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 name="Google Shape;136;p3"/>
            <p:cNvSpPr/>
            <p:nvPr/>
          </p:nvSpPr>
          <p:spPr>
            <a:xfrm>
              <a:off x="3755867"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 name="Google Shape;137;p3"/>
            <p:cNvSpPr/>
            <p:nvPr/>
          </p:nvSpPr>
          <p:spPr>
            <a:xfrm>
              <a:off x="3813410" y="2550931"/>
              <a:ext cx="44757" cy="74593"/>
            </a:xfrm>
            <a:custGeom>
              <a:avLst/>
              <a:gdLst/>
              <a:ahLst/>
              <a:cxnLst/>
              <a:rect l="l" t="t" r="r" b="b"/>
              <a:pathLst>
                <a:path w="21" h="35" extrusionOk="0">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8" name="Google Shape;138;p3"/>
          <p:cNvGrpSpPr/>
          <p:nvPr/>
        </p:nvGrpSpPr>
        <p:grpSpPr>
          <a:xfrm>
            <a:off x="6850575" y="293088"/>
            <a:ext cx="130200" cy="126125"/>
            <a:chOff x="3935725" y="167575"/>
            <a:chExt cx="130200" cy="126125"/>
          </a:xfrm>
        </p:grpSpPr>
        <p:sp>
          <p:nvSpPr>
            <p:cNvPr id="139" name="Google Shape;139;p3"/>
            <p:cNvSpPr/>
            <p:nvPr/>
          </p:nvSpPr>
          <p:spPr>
            <a:xfrm>
              <a:off x="3935725" y="167575"/>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40" name="Google Shape;140;p3"/>
            <p:cNvSpPr/>
            <p:nvPr/>
          </p:nvSpPr>
          <p:spPr>
            <a:xfrm>
              <a:off x="4000825" y="201775"/>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41" name="Google Shape;141;p3"/>
            <p:cNvSpPr/>
            <p:nvPr/>
          </p:nvSpPr>
          <p:spPr>
            <a:xfrm>
              <a:off x="3935725" y="237300"/>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sp>
        <p:nvSpPr>
          <p:cNvPr id="142" name="Google Shape;142;p3"/>
          <p:cNvSpPr txBox="1">
            <a:spLocks noGrp="1"/>
          </p:cNvSpPr>
          <p:nvPr>
            <p:ph type="title"/>
          </p:nvPr>
        </p:nvSpPr>
        <p:spPr>
          <a:xfrm>
            <a:off x="1653000" y="2440950"/>
            <a:ext cx="5838000" cy="8418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3" name="Google Shape;143;p3"/>
          <p:cNvSpPr txBox="1">
            <a:spLocks noGrp="1"/>
          </p:cNvSpPr>
          <p:nvPr>
            <p:ph type="title" idx="2" hasCustomPrompt="1"/>
          </p:nvPr>
        </p:nvSpPr>
        <p:spPr>
          <a:xfrm>
            <a:off x="3720750" y="1181250"/>
            <a:ext cx="1702500" cy="10380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44" name="Google Shape;144;p3"/>
          <p:cNvSpPr txBox="1">
            <a:spLocks noGrp="1"/>
          </p:cNvSpPr>
          <p:nvPr>
            <p:ph type="subTitle" idx="1"/>
          </p:nvPr>
        </p:nvSpPr>
        <p:spPr>
          <a:xfrm>
            <a:off x="1653000" y="3227290"/>
            <a:ext cx="5838000" cy="457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5"/>
        <p:cNvGrpSpPr/>
        <p:nvPr/>
      </p:nvGrpSpPr>
      <p:grpSpPr>
        <a:xfrm>
          <a:off x="0" y="0"/>
          <a:ext cx="0" cy="0"/>
          <a:chOff x="0" y="0"/>
          <a:chExt cx="0" cy="0"/>
        </a:xfrm>
      </p:grpSpPr>
      <p:pic>
        <p:nvPicPr>
          <p:cNvPr id="146" name="Google Shape;146;p4"/>
          <p:cNvPicPr preferRelativeResize="0"/>
          <p:nvPr/>
        </p:nvPicPr>
        <p:blipFill rotWithShape="1">
          <a:blip r:embed="rId2">
            <a:alphaModFix/>
          </a:blip>
          <a:srcRect r="990" b="901"/>
          <a:stretch/>
        </p:blipFill>
        <p:spPr>
          <a:xfrm>
            <a:off x="0" y="0"/>
            <a:ext cx="9144003" cy="5143500"/>
          </a:xfrm>
          <a:prstGeom prst="rect">
            <a:avLst/>
          </a:prstGeom>
          <a:noFill/>
          <a:ln>
            <a:noFill/>
          </a:ln>
        </p:spPr>
      </p:pic>
      <p:grpSp>
        <p:nvGrpSpPr>
          <p:cNvPr id="147" name="Google Shape;147;p4"/>
          <p:cNvGrpSpPr/>
          <p:nvPr/>
        </p:nvGrpSpPr>
        <p:grpSpPr>
          <a:xfrm>
            <a:off x="-995975" y="-1108125"/>
            <a:ext cx="11299300" cy="7403525"/>
            <a:chOff x="-995975" y="-1108125"/>
            <a:chExt cx="11299300" cy="7403525"/>
          </a:xfrm>
        </p:grpSpPr>
        <p:sp>
          <p:nvSpPr>
            <p:cNvPr id="148" name="Google Shape;148;p4"/>
            <p:cNvSpPr/>
            <p:nvPr/>
          </p:nvSpPr>
          <p:spPr>
            <a:xfrm>
              <a:off x="-512050" y="4669675"/>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49" name="Google Shape;149;p4"/>
            <p:cNvSpPr/>
            <p:nvPr/>
          </p:nvSpPr>
          <p:spPr>
            <a:xfrm>
              <a:off x="-995975" y="4916110"/>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50" name="Google Shape;150;p4"/>
            <p:cNvSpPr/>
            <p:nvPr/>
          </p:nvSpPr>
          <p:spPr>
            <a:xfrm>
              <a:off x="8886125" y="1153700"/>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51" name="Google Shape;151;p4"/>
            <p:cNvSpPr/>
            <p:nvPr/>
          </p:nvSpPr>
          <p:spPr>
            <a:xfrm>
              <a:off x="8609550" y="1392375"/>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52" name="Google Shape;152;p4"/>
            <p:cNvSpPr/>
            <p:nvPr/>
          </p:nvSpPr>
          <p:spPr>
            <a:xfrm rot="5400000">
              <a:off x="7085625" y="5533700"/>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53" name="Google Shape;153;p4"/>
            <p:cNvSpPr/>
            <p:nvPr/>
          </p:nvSpPr>
          <p:spPr>
            <a:xfrm rot="5400000">
              <a:off x="1259775" y="-452625"/>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54" name="Google Shape;154;p4"/>
          <p:cNvGrpSpPr/>
          <p:nvPr/>
        </p:nvGrpSpPr>
        <p:grpSpPr>
          <a:xfrm>
            <a:off x="-790820" y="-32167"/>
            <a:ext cx="10389925" cy="4945602"/>
            <a:chOff x="-790820" y="-32167"/>
            <a:chExt cx="10389925" cy="4945602"/>
          </a:xfrm>
        </p:grpSpPr>
        <p:grpSp>
          <p:nvGrpSpPr>
            <p:cNvPr id="155" name="Google Shape;155;p4"/>
            <p:cNvGrpSpPr/>
            <p:nvPr/>
          </p:nvGrpSpPr>
          <p:grpSpPr>
            <a:xfrm rot="5400000">
              <a:off x="8563445" y="3974459"/>
              <a:ext cx="1064856" cy="813093"/>
              <a:chOff x="3843246" y="357910"/>
              <a:chExt cx="667078" cy="509361"/>
            </a:xfrm>
          </p:grpSpPr>
          <p:sp>
            <p:nvSpPr>
              <p:cNvPr id="156" name="Google Shape;156;p4"/>
              <p:cNvSpPr/>
              <p:nvPr/>
            </p:nvSpPr>
            <p:spPr>
              <a:xfrm>
                <a:off x="3870952" y="385616"/>
                <a:ext cx="626584" cy="471000"/>
              </a:xfrm>
              <a:custGeom>
                <a:avLst/>
                <a:gdLst/>
                <a:ahLst/>
                <a:cxnLst/>
                <a:rect l="l" t="t" r="r" b="b"/>
                <a:pathLst>
                  <a:path w="294" h="221" extrusionOk="0">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 name="Google Shape;157;p4"/>
              <p:cNvSpPr/>
              <p:nvPr/>
            </p:nvSpPr>
            <p:spPr>
              <a:xfrm>
                <a:off x="3843246" y="835302"/>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 name="Google Shape;158;p4"/>
              <p:cNvSpPr/>
              <p:nvPr/>
            </p:nvSpPr>
            <p:spPr>
              <a:xfrm>
                <a:off x="4478354" y="357910"/>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9" name="Google Shape;159;p4"/>
            <p:cNvGrpSpPr/>
            <p:nvPr/>
          </p:nvGrpSpPr>
          <p:grpSpPr>
            <a:xfrm rot="5400000">
              <a:off x="8517242" y="3526701"/>
              <a:ext cx="1337026" cy="826702"/>
              <a:chOff x="3421261" y="191675"/>
              <a:chExt cx="837578" cy="517886"/>
            </a:xfrm>
          </p:grpSpPr>
          <p:sp>
            <p:nvSpPr>
              <p:cNvPr id="160" name="Google Shape;160;p4"/>
              <p:cNvSpPr/>
              <p:nvPr/>
            </p:nvSpPr>
            <p:spPr>
              <a:xfrm>
                <a:off x="3421261" y="679724"/>
                <a:ext cx="31969" cy="29837"/>
              </a:xfrm>
              <a:custGeom>
                <a:avLst/>
                <a:gdLst/>
                <a:ahLst/>
                <a:cxnLst/>
                <a:rect l="l" t="t" r="r" b="b"/>
                <a:pathLst>
                  <a:path w="14" h="14" extrusionOk="0">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 name="Google Shape;161;p4"/>
              <p:cNvSpPr/>
              <p:nvPr/>
            </p:nvSpPr>
            <p:spPr>
              <a:xfrm>
                <a:off x="3442573" y="191675"/>
                <a:ext cx="816266" cy="498704"/>
              </a:xfrm>
              <a:custGeom>
                <a:avLst/>
                <a:gdLst/>
                <a:ahLst/>
                <a:cxnLst/>
                <a:rect l="l" t="t" r="r" b="b"/>
                <a:pathLst>
                  <a:path w="383" h="234" extrusionOk="0">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2" name="Google Shape;162;p4"/>
            <p:cNvGrpSpPr/>
            <p:nvPr/>
          </p:nvGrpSpPr>
          <p:grpSpPr>
            <a:xfrm>
              <a:off x="-790820" y="-32167"/>
              <a:ext cx="2156910" cy="506908"/>
              <a:chOff x="4891825" y="3495059"/>
              <a:chExt cx="1351193" cy="317552"/>
            </a:xfrm>
          </p:grpSpPr>
          <p:sp>
            <p:nvSpPr>
              <p:cNvPr id="163" name="Google Shape;163;p4"/>
              <p:cNvSpPr/>
              <p:nvPr/>
            </p:nvSpPr>
            <p:spPr>
              <a:xfrm>
                <a:off x="6208918" y="3706050"/>
                <a:ext cx="34100" cy="31969"/>
              </a:xfrm>
              <a:custGeom>
                <a:avLst/>
                <a:gdLst/>
                <a:ahLst/>
                <a:cxnLst/>
                <a:rect l="l" t="t" r="r" b="b"/>
                <a:pathLst>
                  <a:path w="15" h="15" extrusionOk="0">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 name="Google Shape;164;p4"/>
              <p:cNvSpPr/>
              <p:nvPr/>
            </p:nvSpPr>
            <p:spPr>
              <a:xfrm>
                <a:off x="4891825" y="3584575"/>
                <a:ext cx="29825" cy="29825"/>
              </a:xfrm>
              <a:custGeom>
                <a:avLst/>
                <a:gdLst/>
                <a:ahLst/>
                <a:cxnLst/>
                <a:rect l="l" t="t" r="r" b="b"/>
                <a:pathLst>
                  <a:path w="15" h="14" extrusionOk="0">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 name="Google Shape;165;p4"/>
              <p:cNvSpPr/>
              <p:nvPr/>
            </p:nvSpPr>
            <p:spPr>
              <a:xfrm>
                <a:off x="4917389" y="3595227"/>
                <a:ext cx="1295792" cy="217384"/>
              </a:xfrm>
              <a:custGeom>
                <a:avLst/>
                <a:gdLst/>
                <a:ahLst/>
                <a:cxnLst/>
                <a:rect l="l" t="t" r="r" b="b"/>
                <a:pathLst>
                  <a:path w="608" h="102" extrusionOk="0">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 name="Google Shape;166;p4"/>
              <p:cNvSpPr/>
              <p:nvPr/>
            </p:nvSpPr>
            <p:spPr>
              <a:xfrm>
                <a:off x="5933990" y="3716706"/>
                <a:ext cx="31969" cy="34099"/>
              </a:xfrm>
              <a:custGeom>
                <a:avLst/>
                <a:gdLst/>
                <a:ahLst/>
                <a:cxnLst/>
                <a:rect l="l" t="t" r="r" b="b"/>
                <a:pathLst>
                  <a:path w="14" h="15" extrusionOk="0">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 name="Google Shape;167;p4"/>
              <p:cNvSpPr/>
              <p:nvPr/>
            </p:nvSpPr>
            <p:spPr>
              <a:xfrm>
                <a:off x="5286094" y="3495059"/>
                <a:ext cx="29837" cy="31969"/>
              </a:xfrm>
              <a:custGeom>
                <a:avLst/>
                <a:gdLst/>
                <a:ahLst/>
                <a:cxnLst/>
                <a:rect l="l" t="t" r="r" b="b"/>
                <a:pathLst>
                  <a:path w="14" h="15" extrusionOk="0">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 name="Google Shape;168;p4"/>
              <p:cNvSpPr/>
              <p:nvPr/>
            </p:nvSpPr>
            <p:spPr>
              <a:xfrm>
                <a:off x="5311668" y="3507847"/>
                <a:ext cx="632979" cy="219516"/>
              </a:xfrm>
              <a:custGeom>
                <a:avLst/>
                <a:gdLst/>
                <a:ahLst/>
                <a:cxnLst/>
                <a:rect l="l" t="t" r="r" b="b"/>
                <a:pathLst>
                  <a:path w="297" h="103" extrusionOk="0">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9" name="Google Shape;169;p4"/>
            <p:cNvGrpSpPr/>
            <p:nvPr/>
          </p:nvGrpSpPr>
          <p:grpSpPr>
            <a:xfrm rot="-5400000">
              <a:off x="-205329" y="3557422"/>
              <a:ext cx="204128" cy="1115878"/>
              <a:chOff x="6605329" y="191675"/>
              <a:chExt cx="127876" cy="699040"/>
            </a:xfrm>
          </p:grpSpPr>
          <p:sp>
            <p:nvSpPr>
              <p:cNvPr id="170" name="Google Shape;170;p4"/>
              <p:cNvSpPr/>
              <p:nvPr/>
            </p:nvSpPr>
            <p:spPr>
              <a:xfrm>
                <a:off x="6701235" y="858746"/>
                <a:ext cx="31969" cy="31969"/>
              </a:xfrm>
              <a:custGeom>
                <a:avLst/>
                <a:gdLst/>
                <a:ahLst/>
                <a:cxnLst/>
                <a:rect l="l" t="t" r="r" b="b"/>
                <a:pathLst>
                  <a:path w="15" h="14" extrusionOk="0">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 name="Google Shape;171;p4"/>
              <p:cNvSpPr/>
              <p:nvPr/>
            </p:nvSpPr>
            <p:spPr>
              <a:xfrm>
                <a:off x="6605329" y="191675"/>
                <a:ext cx="115087" cy="671334"/>
              </a:xfrm>
              <a:custGeom>
                <a:avLst/>
                <a:gdLst/>
                <a:ahLst/>
                <a:cxnLst/>
                <a:rect l="l" t="t" r="r" b="b"/>
                <a:pathLst>
                  <a:path w="54" h="315" extrusionOk="0">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72" name="Google Shape;172;p4"/>
          <p:cNvGrpSpPr/>
          <p:nvPr/>
        </p:nvGrpSpPr>
        <p:grpSpPr>
          <a:xfrm>
            <a:off x="369575" y="190012"/>
            <a:ext cx="8370163" cy="4726098"/>
            <a:chOff x="369575" y="190012"/>
            <a:chExt cx="8370163" cy="4726098"/>
          </a:xfrm>
        </p:grpSpPr>
        <p:grpSp>
          <p:nvGrpSpPr>
            <p:cNvPr id="173" name="Google Shape;173;p4"/>
            <p:cNvGrpSpPr/>
            <p:nvPr/>
          </p:nvGrpSpPr>
          <p:grpSpPr>
            <a:xfrm>
              <a:off x="369575" y="1325038"/>
              <a:ext cx="130200" cy="126125"/>
              <a:chOff x="3935725" y="167575"/>
              <a:chExt cx="130200" cy="126125"/>
            </a:xfrm>
          </p:grpSpPr>
          <p:sp>
            <p:nvSpPr>
              <p:cNvPr id="174" name="Google Shape;174;p4"/>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5" name="Google Shape;175;p4"/>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6" name="Google Shape;176;p4"/>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77" name="Google Shape;177;p4"/>
            <p:cNvGrpSpPr/>
            <p:nvPr/>
          </p:nvGrpSpPr>
          <p:grpSpPr>
            <a:xfrm>
              <a:off x="8206229" y="190012"/>
              <a:ext cx="449076" cy="119073"/>
              <a:chOff x="7108302" y="2550931"/>
              <a:chExt cx="281323" cy="74593"/>
            </a:xfrm>
          </p:grpSpPr>
          <p:sp>
            <p:nvSpPr>
              <p:cNvPr id="178" name="Google Shape;178;p4"/>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 name="Google Shape;179;p4"/>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 name="Google Shape;180;p4"/>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 name="Google Shape;181;p4"/>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 name="Google Shape;182;p4"/>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 name="Google Shape;183;p4"/>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 name="Google Shape;184;p4"/>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 name="Google Shape;185;p4"/>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 name="Google Shape;186;p4"/>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 name="Google Shape;187;p4"/>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8" name="Google Shape;188;p4"/>
            <p:cNvGrpSpPr/>
            <p:nvPr/>
          </p:nvGrpSpPr>
          <p:grpSpPr>
            <a:xfrm>
              <a:off x="2477220" y="4778554"/>
              <a:ext cx="101875" cy="134875"/>
              <a:chOff x="3928495" y="333391"/>
              <a:chExt cx="101875" cy="134875"/>
            </a:xfrm>
          </p:grpSpPr>
          <p:grpSp>
            <p:nvGrpSpPr>
              <p:cNvPr id="189" name="Google Shape;189;p4"/>
              <p:cNvGrpSpPr/>
              <p:nvPr/>
            </p:nvGrpSpPr>
            <p:grpSpPr>
              <a:xfrm>
                <a:off x="3928495" y="379241"/>
                <a:ext cx="44700" cy="42600"/>
                <a:chOff x="3928495" y="379241"/>
                <a:chExt cx="44700" cy="42600"/>
              </a:xfrm>
            </p:grpSpPr>
            <p:sp>
              <p:nvSpPr>
                <p:cNvPr id="190" name="Google Shape;190;p4"/>
                <p:cNvSpPr/>
                <p:nvPr/>
              </p:nvSpPr>
              <p:spPr>
                <a:xfrm>
                  <a:off x="3928495" y="396272"/>
                  <a:ext cx="44700" cy="81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 name="Google Shape;191;p4"/>
                <p:cNvSpPr/>
                <p:nvPr/>
              </p:nvSpPr>
              <p:spPr>
                <a:xfrm>
                  <a:off x="3946802" y="379241"/>
                  <a:ext cx="8100" cy="426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2" name="Google Shape;192;p4"/>
              <p:cNvGrpSpPr/>
              <p:nvPr/>
            </p:nvGrpSpPr>
            <p:grpSpPr>
              <a:xfrm>
                <a:off x="3985670" y="425666"/>
                <a:ext cx="44700" cy="42600"/>
                <a:chOff x="3928495" y="379241"/>
                <a:chExt cx="44700" cy="42600"/>
              </a:xfrm>
            </p:grpSpPr>
            <p:sp>
              <p:nvSpPr>
                <p:cNvPr id="193" name="Google Shape;193;p4"/>
                <p:cNvSpPr/>
                <p:nvPr/>
              </p:nvSpPr>
              <p:spPr>
                <a:xfrm>
                  <a:off x="3928495" y="396272"/>
                  <a:ext cx="44700" cy="81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 name="Google Shape;194;p4"/>
                <p:cNvSpPr/>
                <p:nvPr/>
              </p:nvSpPr>
              <p:spPr>
                <a:xfrm>
                  <a:off x="3946802" y="379241"/>
                  <a:ext cx="8100" cy="426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5" name="Google Shape;195;p4"/>
              <p:cNvGrpSpPr/>
              <p:nvPr/>
            </p:nvGrpSpPr>
            <p:grpSpPr>
              <a:xfrm>
                <a:off x="3985670" y="333391"/>
                <a:ext cx="44700" cy="42600"/>
                <a:chOff x="3928495" y="379241"/>
                <a:chExt cx="44700" cy="42600"/>
              </a:xfrm>
            </p:grpSpPr>
            <p:sp>
              <p:nvSpPr>
                <p:cNvPr id="196" name="Google Shape;196;p4"/>
                <p:cNvSpPr/>
                <p:nvPr/>
              </p:nvSpPr>
              <p:spPr>
                <a:xfrm>
                  <a:off x="3928495" y="396272"/>
                  <a:ext cx="44700" cy="81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 name="Google Shape;197;p4"/>
                <p:cNvSpPr/>
                <p:nvPr/>
              </p:nvSpPr>
              <p:spPr>
                <a:xfrm>
                  <a:off x="3946802" y="379241"/>
                  <a:ext cx="8100" cy="426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98" name="Google Shape;198;p4"/>
            <p:cNvGrpSpPr/>
            <p:nvPr/>
          </p:nvGrpSpPr>
          <p:grpSpPr>
            <a:xfrm>
              <a:off x="8609538" y="668313"/>
              <a:ext cx="130200" cy="126125"/>
              <a:chOff x="3935725" y="167575"/>
              <a:chExt cx="130200" cy="126125"/>
            </a:xfrm>
          </p:grpSpPr>
          <p:sp>
            <p:nvSpPr>
              <p:cNvPr id="199" name="Google Shape;199;p4"/>
              <p:cNvSpPr/>
              <p:nvPr/>
            </p:nvSpPr>
            <p:spPr>
              <a:xfrm>
                <a:off x="3935725" y="167575"/>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200" name="Google Shape;200;p4"/>
              <p:cNvSpPr/>
              <p:nvPr/>
            </p:nvSpPr>
            <p:spPr>
              <a:xfrm>
                <a:off x="4000825" y="201775"/>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201" name="Google Shape;201;p4"/>
              <p:cNvSpPr/>
              <p:nvPr/>
            </p:nvSpPr>
            <p:spPr>
              <a:xfrm>
                <a:off x="3935725" y="237300"/>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202" name="Google Shape;202;p4"/>
            <p:cNvGrpSpPr/>
            <p:nvPr/>
          </p:nvGrpSpPr>
          <p:grpSpPr>
            <a:xfrm rot="10800000">
              <a:off x="1617854" y="4797037"/>
              <a:ext cx="449076" cy="119073"/>
              <a:chOff x="7108302" y="2550931"/>
              <a:chExt cx="281323" cy="74593"/>
            </a:xfrm>
          </p:grpSpPr>
          <p:sp>
            <p:nvSpPr>
              <p:cNvPr id="203" name="Google Shape;203;p4"/>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 name="Google Shape;204;p4"/>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 name="Google Shape;205;p4"/>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 name="Google Shape;206;p4"/>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 name="Google Shape;207;p4"/>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 name="Google Shape;208;p4"/>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 name="Google Shape;209;p4"/>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 name="Google Shape;210;p4"/>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 name="Google Shape;211;p4"/>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 name="Google Shape;212;p4"/>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213" name="Google Shape;213;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14" name="Google Shape;214;p4"/>
          <p:cNvSpPr txBox="1">
            <a:spLocks noGrp="1"/>
          </p:cNvSpPr>
          <p:nvPr>
            <p:ph type="body" idx="1"/>
          </p:nvPr>
        </p:nvSpPr>
        <p:spPr>
          <a:xfrm>
            <a:off x="720000" y="1215751"/>
            <a:ext cx="7704000" cy="344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AutoNum type="arabicPeriod"/>
              <a:defRPr sz="1200"/>
            </a:lvl1pPr>
            <a:lvl2pPr marL="914400" lvl="1" indent="-317500" rtl="0">
              <a:lnSpc>
                <a:spcPct val="115000"/>
              </a:lnSpc>
              <a:spcBef>
                <a:spcPts val="0"/>
              </a:spcBef>
              <a:spcAft>
                <a:spcPts val="0"/>
              </a:spcAft>
              <a:buSzPts val="1400"/>
              <a:buAutoNum type="alphaLcPeriod"/>
              <a:defRPr/>
            </a:lvl2pPr>
            <a:lvl3pPr marL="1371600" lvl="2" indent="-317500" rtl="0">
              <a:lnSpc>
                <a:spcPct val="115000"/>
              </a:lnSpc>
              <a:spcBef>
                <a:spcPts val="0"/>
              </a:spcBef>
              <a:spcAft>
                <a:spcPts val="0"/>
              </a:spcAft>
              <a:buSzPts val="1400"/>
              <a:buAutoNum type="romanLcPeriod"/>
              <a:defRPr/>
            </a:lvl3pPr>
            <a:lvl4pPr marL="1828800" lvl="3" indent="-317500" rtl="0">
              <a:lnSpc>
                <a:spcPct val="115000"/>
              </a:lnSpc>
              <a:spcBef>
                <a:spcPts val="0"/>
              </a:spcBef>
              <a:spcAft>
                <a:spcPts val="0"/>
              </a:spcAft>
              <a:buSzPts val="1400"/>
              <a:buAutoNum type="arabicPeriod"/>
              <a:defRPr/>
            </a:lvl4pPr>
            <a:lvl5pPr marL="2286000" lvl="4" indent="-317500" rtl="0">
              <a:lnSpc>
                <a:spcPct val="115000"/>
              </a:lnSpc>
              <a:spcBef>
                <a:spcPts val="0"/>
              </a:spcBef>
              <a:spcAft>
                <a:spcPts val="0"/>
              </a:spcAft>
              <a:buSzPts val="1400"/>
              <a:buAutoNum type="alphaLcPeriod"/>
              <a:defRPr/>
            </a:lvl5pPr>
            <a:lvl6pPr marL="2743200" lvl="5" indent="-317500" rtl="0">
              <a:lnSpc>
                <a:spcPct val="115000"/>
              </a:lnSpc>
              <a:spcBef>
                <a:spcPts val="0"/>
              </a:spcBef>
              <a:spcAft>
                <a:spcPts val="0"/>
              </a:spcAft>
              <a:buSzPts val="1400"/>
              <a:buAutoNum type="romanLcPeriod"/>
              <a:defRPr/>
            </a:lvl6pPr>
            <a:lvl7pPr marL="3200400" lvl="6" indent="-317500" rtl="0">
              <a:lnSpc>
                <a:spcPct val="115000"/>
              </a:lnSpc>
              <a:spcBef>
                <a:spcPts val="0"/>
              </a:spcBef>
              <a:spcAft>
                <a:spcPts val="0"/>
              </a:spcAft>
              <a:buSzPts val="1400"/>
              <a:buAutoNum type="arabicPeriod"/>
              <a:defRPr/>
            </a:lvl7pPr>
            <a:lvl8pPr marL="3657600" lvl="7" indent="-317500" rtl="0">
              <a:lnSpc>
                <a:spcPct val="115000"/>
              </a:lnSpc>
              <a:spcBef>
                <a:spcPts val="0"/>
              </a:spcBef>
              <a:spcAft>
                <a:spcPts val="0"/>
              </a:spcAft>
              <a:buSzPts val="1400"/>
              <a:buAutoNum type="alphaLcPeriod"/>
              <a:defRPr/>
            </a:lvl8pPr>
            <a:lvl9pPr marL="4114800" lvl="8" indent="-317500" rtl="0">
              <a:lnSpc>
                <a:spcPct val="115000"/>
              </a:lnSpc>
              <a:spcBef>
                <a:spcPts val="0"/>
              </a:spcBef>
              <a:spcAft>
                <a:spcPts val="0"/>
              </a:spcAft>
              <a:buSzPts val="1400"/>
              <a:buAutoNum type="romanLcPeriod"/>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8"/>
        <p:cNvGrpSpPr/>
        <p:nvPr/>
      </p:nvGrpSpPr>
      <p:grpSpPr>
        <a:xfrm>
          <a:off x="0" y="0"/>
          <a:ext cx="0" cy="0"/>
          <a:chOff x="0" y="0"/>
          <a:chExt cx="0" cy="0"/>
        </a:xfrm>
      </p:grpSpPr>
      <p:pic>
        <p:nvPicPr>
          <p:cNvPr id="309" name="Google Shape;309;p6"/>
          <p:cNvPicPr preferRelativeResize="0"/>
          <p:nvPr/>
        </p:nvPicPr>
        <p:blipFill rotWithShape="1">
          <a:blip r:embed="rId2">
            <a:alphaModFix/>
          </a:blip>
          <a:srcRect r="990" b="901"/>
          <a:stretch/>
        </p:blipFill>
        <p:spPr>
          <a:xfrm>
            <a:off x="0" y="0"/>
            <a:ext cx="9144003" cy="5143500"/>
          </a:xfrm>
          <a:prstGeom prst="rect">
            <a:avLst/>
          </a:prstGeom>
          <a:noFill/>
          <a:ln>
            <a:noFill/>
          </a:ln>
        </p:spPr>
      </p:pic>
      <p:sp>
        <p:nvSpPr>
          <p:cNvPr id="310" name="Google Shape;310;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311" name="Google Shape;311;p6"/>
          <p:cNvGrpSpPr/>
          <p:nvPr/>
        </p:nvGrpSpPr>
        <p:grpSpPr>
          <a:xfrm>
            <a:off x="-1163337" y="-618326"/>
            <a:ext cx="11346400" cy="6862425"/>
            <a:chOff x="-1163337" y="-618326"/>
            <a:chExt cx="11346400" cy="6862425"/>
          </a:xfrm>
        </p:grpSpPr>
        <p:sp>
          <p:nvSpPr>
            <p:cNvPr id="312" name="Google Shape;312;p6"/>
            <p:cNvSpPr/>
            <p:nvPr/>
          </p:nvSpPr>
          <p:spPr>
            <a:xfrm rot="10800000">
              <a:off x="8765863" y="3944774"/>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313" name="Google Shape;313;p6"/>
            <p:cNvSpPr/>
            <p:nvPr/>
          </p:nvSpPr>
          <p:spPr>
            <a:xfrm rot="-5400000">
              <a:off x="8004163" y="37174"/>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314" name="Google Shape;314;p6"/>
            <p:cNvSpPr/>
            <p:nvPr/>
          </p:nvSpPr>
          <p:spPr>
            <a:xfrm rot="-5400000">
              <a:off x="412538" y="5482399"/>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315" name="Google Shape;315;p6"/>
            <p:cNvSpPr/>
            <p:nvPr/>
          </p:nvSpPr>
          <p:spPr>
            <a:xfrm>
              <a:off x="-898087" y="798864"/>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316" name="Google Shape;316;p6"/>
            <p:cNvSpPr/>
            <p:nvPr/>
          </p:nvSpPr>
          <p:spPr>
            <a:xfrm>
              <a:off x="-1163337" y="1045299"/>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317" name="Google Shape;317;p6"/>
          <p:cNvGrpSpPr/>
          <p:nvPr/>
        </p:nvGrpSpPr>
        <p:grpSpPr>
          <a:xfrm>
            <a:off x="380020" y="153613"/>
            <a:ext cx="8609555" cy="4774098"/>
            <a:chOff x="380020" y="153613"/>
            <a:chExt cx="8609555" cy="4774098"/>
          </a:xfrm>
        </p:grpSpPr>
        <p:grpSp>
          <p:nvGrpSpPr>
            <p:cNvPr id="318" name="Google Shape;318;p6"/>
            <p:cNvGrpSpPr/>
            <p:nvPr/>
          </p:nvGrpSpPr>
          <p:grpSpPr>
            <a:xfrm rot="10800000" flipH="1">
              <a:off x="8859375" y="1541524"/>
              <a:ext cx="130200" cy="126125"/>
              <a:chOff x="3935725" y="167575"/>
              <a:chExt cx="130200" cy="126125"/>
            </a:xfrm>
          </p:grpSpPr>
          <p:sp>
            <p:nvSpPr>
              <p:cNvPr id="319" name="Google Shape;319;p6"/>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320" name="Google Shape;320;p6"/>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321" name="Google Shape;321;p6"/>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322" name="Google Shape;322;p6"/>
            <p:cNvGrpSpPr/>
            <p:nvPr/>
          </p:nvGrpSpPr>
          <p:grpSpPr>
            <a:xfrm rot="10800000" flipH="1">
              <a:off x="380020" y="4375020"/>
              <a:ext cx="101875" cy="134875"/>
              <a:chOff x="3928495" y="333391"/>
              <a:chExt cx="101875" cy="134875"/>
            </a:xfrm>
          </p:grpSpPr>
          <p:grpSp>
            <p:nvGrpSpPr>
              <p:cNvPr id="323" name="Google Shape;323;p6"/>
              <p:cNvGrpSpPr/>
              <p:nvPr/>
            </p:nvGrpSpPr>
            <p:grpSpPr>
              <a:xfrm>
                <a:off x="3928495" y="379241"/>
                <a:ext cx="44700" cy="42600"/>
                <a:chOff x="3928495" y="379241"/>
                <a:chExt cx="44700" cy="42600"/>
              </a:xfrm>
            </p:grpSpPr>
            <p:sp>
              <p:nvSpPr>
                <p:cNvPr id="324" name="Google Shape;324;p6"/>
                <p:cNvSpPr/>
                <p:nvPr/>
              </p:nvSpPr>
              <p:spPr>
                <a:xfrm>
                  <a:off x="3928495" y="396272"/>
                  <a:ext cx="44700" cy="8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 name="Google Shape;325;p6"/>
                <p:cNvSpPr/>
                <p:nvPr/>
              </p:nvSpPr>
              <p:spPr>
                <a:xfrm>
                  <a:off x="3946802" y="379241"/>
                  <a:ext cx="8100" cy="426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6" name="Google Shape;326;p6"/>
              <p:cNvGrpSpPr/>
              <p:nvPr/>
            </p:nvGrpSpPr>
            <p:grpSpPr>
              <a:xfrm>
                <a:off x="3985670" y="425666"/>
                <a:ext cx="44700" cy="42600"/>
                <a:chOff x="3928495" y="379241"/>
                <a:chExt cx="44700" cy="42600"/>
              </a:xfrm>
            </p:grpSpPr>
            <p:sp>
              <p:nvSpPr>
                <p:cNvPr id="327" name="Google Shape;327;p6"/>
                <p:cNvSpPr/>
                <p:nvPr/>
              </p:nvSpPr>
              <p:spPr>
                <a:xfrm>
                  <a:off x="3928495" y="396272"/>
                  <a:ext cx="44700" cy="8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6"/>
                <p:cNvSpPr/>
                <p:nvPr/>
              </p:nvSpPr>
              <p:spPr>
                <a:xfrm>
                  <a:off x="3946802" y="379241"/>
                  <a:ext cx="8100" cy="426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9" name="Google Shape;329;p6"/>
              <p:cNvGrpSpPr/>
              <p:nvPr/>
            </p:nvGrpSpPr>
            <p:grpSpPr>
              <a:xfrm>
                <a:off x="3985670" y="333391"/>
                <a:ext cx="44700" cy="42600"/>
                <a:chOff x="3928495" y="379241"/>
                <a:chExt cx="44700" cy="42600"/>
              </a:xfrm>
            </p:grpSpPr>
            <p:sp>
              <p:nvSpPr>
                <p:cNvPr id="330" name="Google Shape;330;p6"/>
                <p:cNvSpPr/>
                <p:nvPr/>
              </p:nvSpPr>
              <p:spPr>
                <a:xfrm>
                  <a:off x="3928495" y="396272"/>
                  <a:ext cx="44700" cy="8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 name="Google Shape;331;p6"/>
                <p:cNvSpPr/>
                <p:nvPr/>
              </p:nvSpPr>
              <p:spPr>
                <a:xfrm>
                  <a:off x="3946802" y="379241"/>
                  <a:ext cx="8100" cy="426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32" name="Google Shape;332;p6"/>
            <p:cNvGrpSpPr/>
            <p:nvPr/>
          </p:nvGrpSpPr>
          <p:grpSpPr>
            <a:xfrm rot="10800000" flipH="1">
              <a:off x="1668775" y="153613"/>
              <a:ext cx="445675" cy="119073"/>
              <a:chOff x="3578973" y="2550931"/>
              <a:chExt cx="279193" cy="74593"/>
            </a:xfrm>
          </p:grpSpPr>
          <p:sp>
            <p:nvSpPr>
              <p:cNvPr id="333" name="Google Shape;333;p6"/>
              <p:cNvSpPr/>
              <p:nvPr/>
            </p:nvSpPr>
            <p:spPr>
              <a:xfrm>
                <a:off x="3578973" y="2550931"/>
                <a:ext cx="42625" cy="74593"/>
              </a:xfrm>
              <a:custGeom>
                <a:avLst/>
                <a:gdLst/>
                <a:ahLst/>
                <a:cxnLst/>
                <a:rect l="l" t="t" r="r" b="b"/>
                <a:pathLst>
                  <a:path w="20" h="35" extrusionOk="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 name="Google Shape;334;p6"/>
              <p:cNvSpPr/>
              <p:nvPr/>
            </p:nvSpPr>
            <p:spPr>
              <a:xfrm>
                <a:off x="3636518"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6"/>
              <p:cNvSpPr/>
              <p:nvPr/>
            </p:nvSpPr>
            <p:spPr>
              <a:xfrm>
                <a:off x="3698323" y="2550931"/>
                <a:ext cx="42625" cy="74593"/>
              </a:xfrm>
              <a:custGeom>
                <a:avLst/>
                <a:gdLst/>
                <a:ahLst/>
                <a:cxnLst/>
                <a:rect l="l" t="t" r="r" b="b"/>
                <a:pathLst>
                  <a:path w="20" h="35" extrusionOk="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 name="Google Shape;336;p6"/>
              <p:cNvSpPr/>
              <p:nvPr/>
            </p:nvSpPr>
            <p:spPr>
              <a:xfrm>
                <a:off x="3755867"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 name="Google Shape;337;p6"/>
              <p:cNvSpPr/>
              <p:nvPr/>
            </p:nvSpPr>
            <p:spPr>
              <a:xfrm>
                <a:off x="3813410" y="2550931"/>
                <a:ext cx="44757" cy="74593"/>
              </a:xfrm>
              <a:custGeom>
                <a:avLst/>
                <a:gdLst/>
                <a:ahLst/>
                <a:cxnLst/>
                <a:rect l="l" t="t" r="r" b="b"/>
                <a:pathLst>
                  <a:path w="21" h="35" extrusionOk="0">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 name="Google Shape;338;p6"/>
              <p:cNvSpPr/>
              <p:nvPr/>
            </p:nvSpPr>
            <p:spPr>
              <a:xfrm>
                <a:off x="3578973" y="2550931"/>
                <a:ext cx="42625" cy="74593"/>
              </a:xfrm>
              <a:custGeom>
                <a:avLst/>
                <a:gdLst/>
                <a:ahLst/>
                <a:cxnLst/>
                <a:rect l="l" t="t" r="r" b="b"/>
                <a:pathLst>
                  <a:path w="20" h="35" extrusionOk="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 name="Google Shape;339;p6"/>
              <p:cNvSpPr/>
              <p:nvPr/>
            </p:nvSpPr>
            <p:spPr>
              <a:xfrm>
                <a:off x="3636518"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 name="Google Shape;340;p6"/>
              <p:cNvSpPr/>
              <p:nvPr/>
            </p:nvSpPr>
            <p:spPr>
              <a:xfrm>
                <a:off x="3698323" y="2550931"/>
                <a:ext cx="42625" cy="74593"/>
              </a:xfrm>
              <a:custGeom>
                <a:avLst/>
                <a:gdLst/>
                <a:ahLst/>
                <a:cxnLst/>
                <a:rect l="l" t="t" r="r" b="b"/>
                <a:pathLst>
                  <a:path w="20" h="35" extrusionOk="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 name="Google Shape;341;p6"/>
              <p:cNvSpPr/>
              <p:nvPr/>
            </p:nvSpPr>
            <p:spPr>
              <a:xfrm>
                <a:off x="3755867"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 name="Google Shape;342;p6"/>
              <p:cNvSpPr/>
              <p:nvPr/>
            </p:nvSpPr>
            <p:spPr>
              <a:xfrm>
                <a:off x="3813410" y="2550931"/>
                <a:ext cx="44757" cy="74593"/>
              </a:xfrm>
              <a:custGeom>
                <a:avLst/>
                <a:gdLst/>
                <a:ahLst/>
                <a:cxnLst/>
                <a:rect l="l" t="t" r="r" b="b"/>
                <a:pathLst>
                  <a:path w="21" h="35" extrusionOk="0">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43" name="Google Shape;343;p6"/>
            <p:cNvGrpSpPr/>
            <p:nvPr/>
          </p:nvGrpSpPr>
          <p:grpSpPr>
            <a:xfrm rot="10800000" flipH="1">
              <a:off x="7632725" y="4801586"/>
              <a:ext cx="130200" cy="126125"/>
              <a:chOff x="3935725" y="167575"/>
              <a:chExt cx="130200" cy="126125"/>
            </a:xfrm>
          </p:grpSpPr>
          <p:sp>
            <p:nvSpPr>
              <p:cNvPr id="344" name="Google Shape;344;p6"/>
              <p:cNvSpPr/>
              <p:nvPr/>
            </p:nvSpPr>
            <p:spPr>
              <a:xfrm>
                <a:off x="3935725" y="167575"/>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345" name="Google Shape;345;p6"/>
              <p:cNvSpPr/>
              <p:nvPr/>
            </p:nvSpPr>
            <p:spPr>
              <a:xfrm>
                <a:off x="4000825" y="201775"/>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346" name="Google Shape;346;p6"/>
              <p:cNvSpPr/>
              <p:nvPr/>
            </p:nvSpPr>
            <p:spPr>
              <a:xfrm>
                <a:off x="3935725" y="237300"/>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347" name="Google Shape;347;p6"/>
            <p:cNvGrpSpPr/>
            <p:nvPr/>
          </p:nvGrpSpPr>
          <p:grpSpPr>
            <a:xfrm rot="10800000">
              <a:off x="1631171" y="4752943"/>
              <a:ext cx="445675" cy="80822"/>
              <a:chOff x="6468929" y="3844579"/>
              <a:chExt cx="411329" cy="74593"/>
            </a:xfrm>
          </p:grpSpPr>
          <p:sp>
            <p:nvSpPr>
              <p:cNvPr id="348" name="Google Shape;348;p6"/>
              <p:cNvSpPr/>
              <p:nvPr/>
            </p:nvSpPr>
            <p:spPr>
              <a:xfrm>
                <a:off x="6814190" y="3848841"/>
                <a:ext cx="66069" cy="66068"/>
              </a:xfrm>
              <a:custGeom>
                <a:avLst/>
                <a:gdLst/>
                <a:ahLst/>
                <a:cxnLst/>
                <a:rect l="l" t="t" r="r" b="b"/>
                <a:pathLst>
                  <a:path w="29" h="29" extrusionOk="0">
                    <a:moveTo>
                      <a:pt x="2" y="14"/>
                    </a:moveTo>
                    <a:cubicBezTo>
                      <a:pt x="0" y="14"/>
                      <a:pt x="0" y="14"/>
                      <a:pt x="0" y="14"/>
                    </a:cubicBezTo>
                    <a:cubicBezTo>
                      <a:pt x="0" y="22"/>
                      <a:pt x="7" y="29"/>
                      <a:pt x="14" y="29"/>
                    </a:cubicBezTo>
                    <a:cubicBezTo>
                      <a:pt x="22" y="29"/>
                      <a:pt x="29" y="22"/>
                      <a:pt x="29" y="14"/>
                    </a:cubicBezTo>
                    <a:cubicBezTo>
                      <a:pt x="29" y="6"/>
                      <a:pt x="22" y="0"/>
                      <a:pt x="14" y="0"/>
                    </a:cubicBezTo>
                    <a:cubicBezTo>
                      <a:pt x="7" y="0"/>
                      <a:pt x="0" y="6"/>
                      <a:pt x="0" y="14"/>
                    </a:cubicBezTo>
                    <a:cubicBezTo>
                      <a:pt x="2" y="14"/>
                      <a:pt x="2" y="14"/>
                      <a:pt x="2" y="14"/>
                    </a:cubicBezTo>
                    <a:cubicBezTo>
                      <a:pt x="4" y="14"/>
                      <a:pt x="4" y="14"/>
                      <a:pt x="4" y="14"/>
                    </a:cubicBezTo>
                    <a:cubicBezTo>
                      <a:pt x="4" y="9"/>
                      <a:pt x="9" y="4"/>
                      <a:pt x="14" y="4"/>
                    </a:cubicBezTo>
                    <a:cubicBezTo>
                      <a:pt x="20" y="4"/>
                      <a:pt x="25" y="9"/>
                      <a:pt x="25" y="14"/>
                    </a:cubicBezTo>
                    <a:cubicBezTo>
                      <a:pt x="25" y="20"/>
                      <a:pt x="20" y="25"/>
                      <a:pt x="14" y="25"/>
                    </a:cubicBezTo>
                    <a:cubicBezTo>
                      <a:pt x="9" y="25"/>
                      <a:pt x="4" y="20"/>
                      <a:pt x="4" y="14"/>
                    </a:cubicBezTo>
                    <a:lnTo>
                      <a:pt x="2" y="1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9" name="Google Shape;349;p6"/>
              <p:cNvSpPr/>
              <p:nvPr/>
            </p:nvSpPr>
            <p:spPr>
              <a:xfrm>
                <a:off x="6475324" y="3876548"/>
                <a:ext cx="343130" cy="8525"/>
              </a:xfrm>
              <a:custGeom>
                <a:avLst/>
                <a:gdLst/>
                <a:ahLst/>
                <a:cxnLst/>
                <a:rect l="l" t="t" r="r" b="b"/>
                <a:pathLst>
                  <a:path w="161" h="4" extrusionOk="0">
                    <a:moveTo>
                      <a:pt x="161" y="0"/>
                    </a:moveTo>
                    <a:lnTo>
                      <a:pt x="0" y="0"/>
                    </a:lnTo>
                    <a:lnTo>
                      <a:pt x="0" y="4"/>
                    </a:lnTo>
                    <a:lnTo>
                      <a:pt x="161"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0" name="Google Shape;350;p6"/>
              <p:cNvSpPr/>
              <p:nvPr/>
            </p:nvSpPr>
            <p:spPr>
              <a:xfrm>
                <a:off x="6468929" y="3844579"/>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51" name="Google Shape;351;p6"/>
          <p:cNvGrpSpPr/>
          <p:nvPr/>
        </p:nvGrpSpPr>
        <p:grpSpPr>
          <a:xfrm>
            <a:off x="-1564470" y="-972175"/>
            <a:ext cx="10887664" cy="6918889"/>
            <a:chOff x="-1564470" y="-972175"/>
            <a:chExt cx="10887664" cy="6918889"/>
          </a:xfrm>
        </p:grpSpPr>
        <p:grpSp>
          <p:nvGrpSpPr>
            <p:cNvPr id="352" name="Google Shape;352;p6"/>
            <p:cNvGrpSpPr/>
            <p:nvPr/>
          </p:nvGrpSpPr>
          <p:grpSpPr>
            <a:xfrm rot="10800000" flipH="1">
              <a:off x="6888396" y="4830837"/>
              <a:ext cx="204128" cy="1115878"/>
              <a:chOff x="6605329" y="191675"/>
              <a:chExt cx="127876" cy="699040"/>
            </a:xfrm>
          </p:grpSpPr>
          <p:sp>
            <p:nvSpPr>
              <p:cNvPr id="353" name="Google Shape;353;p6"/>
              <p:cNvSpPr/>
              <p:nvPr/>
            </p:nvSpPr>
            <p:spPr>
              <a:xfrm>
                <a:off x="6701235" y="858746"/>
                <a:ext cx="31969" cy="31969"/>
              </a:xfrm>
              <a:custGeom>
                <a:avLst/>
                <a:gdLst/>
                <a:ahLst/>
                <a:cxnLst/>
                <a:rect l="l" t="t" r="r" b="b"/>
                <a:pathLst>
                  <a:path w="15" h="14" extrusionOk="0">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4" name="Google Shape;354;p6"/>
              <p:cNvSpPr/>
              <p:nvPr/>
            </p:nvSpPr>
            <p:spPr>
              <a:xfrm>
                <a:off x="6605329" y="191675"/>
                <a:ext cx="115087" cy="671334"/>
              </a:xfrm>
              <a:custGeom>
                <a:avLst/>
                <a:gdLst/>
                <a:ahLst/>
                <a:cxnLst/>
                <a:rect l="l" t="t" r="r" b="b"/>
                <a:pathLst>
                  <a:path w="54" h="315" extrusionOk="0">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55" name="Google Shape;355;p6"/>
            <p:cNvGrpSpPr/>
            <p:nvPr/>
          </p:nvGrpSpPr>
          <p:grpSpPr>
            <a:xfrm>
              <a:off x="6735165" y="-510145"/>
              <a:ext cx="1493520" cy="615774"/>
              <a:chOff x="5301012" y="396272"/>
              <a:chExt cx="935614" cy="385751"/>
            </a:xfrm>
          </p:grpSpPr>
          <p:sp>
            <p:nvSpPr>
              <p:cNvPr id="356" name="Google Shape;356;p6"/>
              <p:cNvSpPr/>
              <p:nvPr/>
            </p:nvSpPr>
            <p:spPr>
              <a:xfrm>
                <a:off x="6202525" y="396272"/>
                <a:ext cx="34100" cy="34099"/>
              </a:xfrm>
              <a:custGeom>
                <a:avLst/>
                <a:gdLst/>
                <a:ahLst/>
                <a:cxnLst/>
                <a:rect l="l" t="t" r="r" b="b"/>
                <a:pathLst>
                  <a:path w="15" h="15" extrusionOk="0">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7" name="Google Shape;357;p6"/>
              <p:cNvSpPr/>
              <p:nvPr/>
            </p:nvSpPr>
            <p:spPr>
              <a:xfrm>
                <a:off x="5301012" y="750054"/>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8" name="Google Shape;358;p6"/>
              <p:cNvSpPr/>
              <p:nvPr/>
            </p:nvSpPr>
            <p:spPr>
              <a:xfrm>
                <a:off x="5322324" y="426109"/>
                <a:ext cx="903645" cy="336732"/>
              </a:xfrm>
              <a:custGeom>
                <a:avLst/>
                <a:gdLst/>
                <a:ahLst/>
                <a:cxnLst/>
                <a:rect l="l" t="t" r="r" b="b"/>
                <a:pathLst>
                  <a:path w="424" h="158" extrusionOk="0">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59" name="Google Shape;359;p6"/>
            <p:cNvGrpSpPr/>
            <p:nvPr/>
          </p:nvGrpSpPr>
          <p:grpSpPr>
            <a:xfrm rot="10800000" flipH="1">
              <a:off x="7037958" y="-447252"/>
              <a:ext cx="1064856" cy="813093"/>
              <a:chOff x="3843246" y="357910"/>
              <a:chExt cx="667078" cy="509361"/>
            </a:xfrm>
          </p:grpSpPr>
          <p:sp>
            <p:nvSpPr>
              <p:cNvPr id="360" name="Google Shape;360;p6"/>
              <p:cNvSpPr/>
              <p:nvPr/>
            </p:nvSpPr>
            <p:spPr>
              <a:xfrm>
                <a:off x="3870952" y="385616"/>
                <a:ext cx="626584" cy="471000"/>
              </a:xfrm>
              <a:custGeom>
                <a:avLst/>
                <a:gdLst/>
                <a:ahLst/>
                <a:cxnLst/>
                <a:rect l="l" t="t" r="r" b="b"/>
                <a:pathLst>
                  <a:path w="294" h="221" extrusionOk="0">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1" name="Google Shape;361;p6"/>
              <p:cNvSpPr/>
              <p:nvPr/>
            </p:nvSpPr>
            <p:spPr>
              <a:xfrm>
                <a:off x="3843246" y="835302"/>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2" name="Google Shape;362;p6"/>
              <p:cNvSpPr/>
              <p:nvPr/>
            </p:nvSpPr>
            <p:spPr>
              <a:xfrm>
                <a:off x="4478354" y="357910"/>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63" name="Google Shape;363;p6"/>
            <p:cNvGrpSpPr/>
            <p:nvPr/>
          </p:nvGrpSpPr>
          <p:grpSpPr>
            <a:xfrm rot="10800000" flipH="1">
              <a:off x="7986168" y="4717838"/>
              <a:ext cx="1337026" cy="826702"/>
              <a:chOff x="3421261" y="191675"/>
              <a:chExt cx="837578" cy="517886"/>
            </a:xfrm>
          </p:grpSpPr>
          <p:sp>
            <p:nvSpPr>
              <p:cNvPr id="364" name="Google Shape;364;p6"/>
              <p:cNvSpPr/>
              <p:nvPr/>
            </p:nvSpPr>
            <p:spPr>
              <a:xfrm>
                <a:off x="3421261" y="679724"/>
                <a:ext cx="31969" cy="29837"/>
              </a:xfrm>
              <a:custGeom>
                <a:avLst/>
                <a:gdLst/>
                <a:ahLst/>
                <a:cxnLst/>
                <a:rect l="l" t="t" r="r" b="b"/>
                <a:pathLst>
                  <a:path w="14" h="14" extrusionOk="0">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5" name="Google Shape;365;p6"/>
              <p:cNvSpPr/>
              <p:nvPr/>
            </p:nvSpPr>
            <p:spPr>
              <a:xfrm>
                <a:off x="3442573" y="191675"/>
                <a:ext cx="816266" cy="498704"/>
              </a:xfrm>
              <a:custGeom>
                <a:avLst/>
                <a:gdLst/>
                <a:ahLst/>
                <a:cxnLst/>
                <a:rect l="l" t="t" r="r" b="b"/>
                <a:pathLst>
                  <a:path w="383" h="234" extrusionOk="0">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66" name="Google Shape;366;p6"/>
            <p:cNvGrpSpPr/>
            <p:nvPr/>
          </p:nvGrpSpPr>
          <p:grpSpPr>
            <a:xfrm rot="10800000" flipH="1">
              <a:off x="-1564470" y="3497996"/>
              <a:ext cx="2156910" cy="506908"/>
              <a:chOff x="4891825" y="3495059"/>
              <a:chExt cx="1351193" cy="317552"/>
            </a:xfrm>
          </p:grpSpPr>
          <p:sp>
            <p:nvSpPr>
              <p:cNvPr id="367" name="Google Shape;367;p6"/>
              <p:cNvSpPr/>
              <p:nvPr/>
            </p:nvSpPr>
            <p:spPr>
              <a:xfrm>
                <a:off x="6208918" y="3706050"/>
                <a:ext cx="34100" cy="31969"/>
              </a:xfrm>
              <a:custGeom>
                <a:avLst/>
                <a:gdLst/>
                <a:ahLst/>
                <a:cxnLst/>
                <a:rect l="l" t="t" r="r" b="b"/>
                <a:pathLst>
                  <a:path w="15" h="15" extrusionOk="0">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8" name="Google Shape;368;p6"/>
              <p:cNvSpPr/>
              <p:nvPr/>
            </p:nvSpPr>
            <p:spPr>
              <a:xfrm>
                <a:off x="4891825" y="3584575"/>
                <a:ext cx="29825" cy="29825"/>
              </a:xfrm>
              <a:custGeom>
                <a:avLst/>
                <a:gdLst/>
                <a:ahLst/>
                <a:cxnLst/>
                <a:rect l="l" t="t" r="r" b="b"/>
                <a:pathLst>
                  <a:path w="15" h="14" extrusionOk="0">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9" name="Google Shape;369;p6"/>
              <p:cNvSpPr/>
              <p:nvPr/>
            </p:nvSpPr>
            <p:spPr>
              <a:xfrm>
                <a:off x="4917389" y="3595227"/>
                <a:ext cx="1295792" cy="217384"/>
              </a:xfrm>
              <a:custGeom>
                <a:avLst/>
                <a:gdLst/>
                <a:ahLst/>
                <a:cxnLst/>
                <a:rect l="l" t="t" r="r" b="b"/>
                <a:pathLst>
                  <a:path w="608" h="102" extrusionOk="0">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0" name="Google Shape;370;p6"/>
              <p:cNvSpPr/>
              <p:nvPr/>
            </p:nvSpPr>
            <p:spPr>
              <a:xfrm>
                <a:off x="5933990" y="3716706"/>
                <a:ext cx="31969" cy="34099"/>
              </a:xfrm>
              <a:custGeom>
                <a:avLst/>
                <a:gdLst/>
                <a:ahLst/>
                <a:cxnLst/>
                <a:rect l="l" t="t" r="r" b="b"/>
                <a:pathLst>
                  <a:path w="14" h="15" extrusionOk="0">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 name="Google Shape;371;p6"/>
              <p:cNvSpPr/>
              <p:nvPr/>
            </p:nvSpPr>
            <p:spPr>
              <a:xfrm>
                <a:off x="5286094" y="3495059"/>
                <a:ext cx="29837" cy="31969"/>
              </a:xfrm>
              <a:custGeom>
                <a:avLst/>
                <a:gdLst/>
                <a:ahLst/>
                <a:cxnLst/>
                <a:rect l="l" t="t" r="r" b="b"/>
                <a:pathLst>
                  <a:path w="14" h="15" extrusionOk="0">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2" name="Google Shape;372;p6"/>
              <p:cNvSpPr/>
              <p:nvPr/>
            </p:nvSpPr>
            <p:spPr>
              <a:xfrm>
                <a:off x="5311668" y="3507847"/>
                <a:ext cx="632979" cy="219516"/>
              </a:xfrm>
              <a:custGeom>
                <a:avLst/>
                <a:gdLst/>
                <a:ahLst/>
                <a:cxnLst/>
                <a:rect l="l" t="t" r="r" b="b"/>
                <a:pathLst>
                  <a:path w="297" h="103" extrusionOk="0">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3" name="Google Shape;373;p6"/>
            <p:cNvGrpSpPr/>
            <p:nvPr/>
          </p:nvGrpSpPr>
          <p:grpSpPr>
            <a:xfrm rot="10800000">
              <a:off x="912053" y="-972175"/>
              <a:ext cx="619332" cy="1338013"/>
              <a:chOff x="6850421" y="775628"/>
              <a:chExt cx="398541" cy="861012"/>
            </a:xfrm>
          </p:grpSpPr>
          <p:sp>
            <p:nvSpPr>
              <p:cNvPr id="374" name="Google Shape;374;p6"/>
              <p:cNvSpPr/>
              <p:nvPr/>
            </p:nvSpPr>
            <p:spPr>
              <a:xfrm>
                <a:off x="6850421" y="1604672"/>
                <a:ext cx="34100" cy="31969"/>
              </a:xfrm>
              <a:custGeom>
                <a:avLst/>
                <a:gdLst/>
                <a:ahLst/>
                <a:cxnLst/>
                <a:rect l="l" t="t" r="r" b="b"/>
                <a:pathLst>
                  <a:path w="15" h="15" extrusionOk="0">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5" name="Google Shape;375;p6"/>
              <p:cNvSpPr/>
              <p:nvPr/>
            </p:nvSpPr>
            <p:spPr>
              <a:xfrm>
                <a:off x="7138138" y="775628"/>
                <a:ext cx="31969" cy="31969"/>
              </a:xfrm>
              <a:custGeom>
                <a:avLst/>
                <a:gdLst/>
                <a:ahLst/>
                <a:cxnLst/>
                <a:rect l="l" t="t" r="r" b="b"/>
                <a:pathLst>
                  <a:path w="14" h="14" extrusionOk="0">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 name="Google Shape;376;p6"/>
              <p:cNvSpPr/>
              <p:nvPr/>
            </p:nvSpPr>
            <p:spPr>
              <a:xfrm>
                <a:off x="6861077" y="794810"/>
                <a:ext cx="387885" cy="814124"/>
              </a:xfrm>
              <a:custGeom>
                <a:avLst/>
                <a:gdLst/>
                <a:ahLst/>
                <a:cxnLst/>
                <a:rect l="l" t="t" r="r" b="b"/>
                <a:pathLst>
                  <a:path w="182" h="382" extrusionOk="0">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67"/>
        <p:cNvGrpSpPr/>
        <p:nvPr/>
      </p:nvGrpSpPr>
      <p:grpSpPr>
        <a:xfrm>
          <a:off x="0" y="0"/>
          <a:ext cx="0" cy="0"/>
          <a:chOff x="0" y="0"/>
          <a:chExt cx="0" cy="0"/>
        </a:xfrm>
      </p:grpSpPr>
      <p:pic>
        <p:nvPicPr>
          <p:cNvPr id="668" name="Google Shape;668;p13"/>
          <p:cNvPicPr preferRelativeResize="0"/>
          <p:nvPr/>
        </p:nvPicPr>
        <p:blipFill rotWithShape="1">
          <a:blip r:embed="rId2">
            <a:alphaModFix/>
          </a:blip>
          <a:srcRect r="990" b="901"/>
          <a:stretch/>
        </p:blipFill>
        <p:spPr>
          <a:xfrm>
            <a:off x="0" y="0"/>
            <a:ext cx="9144003" cy="5143500"/>
          </a:xfrm>
          <a:prstGeom prst="rect">
            <a:avLst/>
          </a:prstGeom>
          <a:noFill/>
          <a:ln>
            <a:noFill/>
          </a:ln>
        </p:spPr>
      </p:pic>
      <p:sp>
        <p:nvSpPr>
          <p:cNvPr id="669" name="Google Shape;669;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670" name="Google Shape;670;p13"/>
          <p:cNvSpPr txBox="1">
            <a:spLocks noGrp="1"/>
          </p:cNvSpPr>
          <p:nvPr>
            <p:ph type="subTitle" idx="1"/>
          </p:nvPr>
        </p:nvSpPr>
        <p:spPr>
          <a:xfrm>
            <a:off x="1806625" y="1991288"/>
            <a:ext cx="25701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671" name="Google Shape;671;p13"/>
          <p:cNvSpPr txBox="1">
            <a:spLocks noGrp="1"/>
          </p:cNvSpPr>
          <p:nvPr>
            <p:ph type="subTitle" idx="2"/>
          </p:nvPr>
        </p:nvSpPr>
        <p:spPr>
          <a:xfrm>
            <a:off x="5665400" y="1991288"/>
            <a:ext cx="25701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672" name="Google Shape;672;p13"/>
          <p:cNvSpPr txBox="1">
            <a:spLocks noGrp="1"/>
          </p:cNvSpPr>
          <p:nvPr>
            <p:ph type="subTitle" idx="3"/>
          </p:nvPr>
        </p:nvSpPr>
        <p:spPr>
          <a:xfrm>
            <a:off x="1806625" y="3706238"/>
            <a:ext cx="25701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673" name="Google Shape;673;p13"/>
          <p:cNvSpPr txBox="1">
            <a:spLocks noGrp="1"/>
          </p:cNvSpPr>
          <p:nvPr>
            <p:ph type="subTitle" idx="4"/>
          </p:nvPr>
        </p:nvSpPr>
        <p:spPr>
          <a:xfrm>
            <a:off x="5665400" y="3706238"/>
            <a:ext cx="25701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674" name="Google Shape;674;p13"/>
          <p:cNvSpPr txBox="1">
            <a:spLocks noGrp="1"/>
          </p:cNvSpPr>
          <p:nvPr>
            <p:ph type="title" idx="5" hasCustomPrompt="1"/>
          </p:nvPr>
        </p:nvSpPr>
        <p:spPr>
          <a:xfrm>
            <a:off x="901087" y="1440375"/>
            <a:ext cx="820500" cy="6402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5" name="Google Shape;675;p13"/>
          <p:cNvSpPr txBox="1">
            <a:spLocks noGrp="1"/>
          </p:cNvSpPr>
          <p:nvPr>
            <p:ph type="title" idx="6" hasCustomPrompt="1"/>
          </p:nvPr>
        </p:nvSpPr>
        <p:spPr>
          <a:xfrm>
            <a:off x="901087" y="3155327"/>
            <a:ext cx="820500" cy="6402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6" name="Google Shape;676;p13"/>
          <p:cNvSpPr txBox="1">
            <a:spLocks noGrp="1"/>
          </p:cNvSpPr>
          <p:nvPr>
            <p:ph type="title" idx="7" hasCustomPrompt="1"/>
          </p:nvPr>
        </p:nvSpPr>
        <p:spPr>
          <a:xfrm>
            <a:off x="4759861" y="1440375"/>
            <a:ext cx="820500" cy="6402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7" name="Google Shape;677;p13"/>
          <p:cNvSpPr txBox="1">
            <a:spLocks noGrp="1"/>
          </p:cNvSpPr>
          <p:nvPr>
            <p:ph type="title" idx="8" hasCustomPrompt="1"/>
          </p:nvPr>
        </p:nvSpPr>
        <p:spPr>
          <a:xfrm>
            <a:off x="4759861" y="3155331"/>
            <a:ext cx="820500" cy="6402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8" name="Google Shape;678;p13"/>
          <p:cNvSpPr txBox="1">
            <a:spLocks noGrp="1"/>
          </p:cNvSpPr>
          <p:nvPr>
            <p:ph type="subTitle" idx="9"/>
          </p:nvPr>
        </p:nvSpPr>
        <p:spPr>
          <a:xfrm>
            <a:off x="1806638" y="1256675"/>
            <a:ext cx="2570100" cy="83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Lexend"/>
              <a:buNone/>
              <a:defRPr sz="2000" b="1">
                <a:latin typeface="Lexend"/>
                <a:ea typeface="Lexend"/>
                <a:cs typeface="Lexend"/>
                <a:sym typeface="Lexend"/>
              </a:defRPr>
            </a:lvl1pPr>
            <a:lvl2pPr lvl="1" algn="ctr" rtl="0">
              <a:lnSpc>
                <a:spcPct val="115000"/>
              </a:lnSpc>
              <a:spcBef>
                <a:spcPts val="0"/>
              </a:spcBef>
              <a:spcAft>
                <a:spcPts val="0"/>
              </a:spcAft>
              <a:buSzPts val="2400"/>
              <a:buFont typeface="Lexend"/>
              <a:buNone/>
              <a:defRPr sz="2400" b="1">
                <a:latin typeface="Lexend"/>
                <a:ea typeface="Lexend"/>
                <a:cs typeface="Lexend"/>
                <a:sym typeface="Lexend"/>
              </a:defRPr>
            </a:lvl2pPr>
            <a:lvl3pPr lvl="2" algn="ctr" rtl="0">
              <a:lnSpc>
                <a:spcPct val="115000"/>
              </a:lnSpc>
              <a:spcBef>
                <a:spcPts val="0"/>
              </a:spcBef>
              <a:spcAft>
                <a:spcPts val="0"/>
              </a:spcAft>
              <a:buSzPts val="2400"/>
              <a:buFont typeface="Lexend"/>
              <a:buNone/>
              <a:defRPr sz="2400" b="1">
                <a:latin typeface="Lexend"/>
                <a:ea typeface="Lexend"/>
                <a:cs typeface="Lexend"/>
                <a:sym typeface="Lexend"/>
              </a:defRPr>
            </a:lvl3pPr>
            <a:lvl4pPr lvl="3" algn="ctr" rtl="0">
              <a:lnSpc>
                <a:spcPct val="115000"/>
              </a:lnSpc>
              <a:spcBef>
                <a:spcPts val="0"/>
              </a:spcBef>
              <a:spcAft>
                <a:spcPts val="0"/>
              </a:spcAft>
              <a:buSzPts val="2400"/>
              <a:buFont typeface="Lexend"/>
              <a:buNone/>
              <a:defRPr sz="2400" b="1">
                <a:latin typeface="Lexend"/>
                <a:ea typeface="Lexend"/>
                <a:cs typeface="Lexend"/>
                <a:sym typeface="Lexend"/>
              </a:defRPr>
            </a:lvl4pPr>
            <a:lvl5pPr lvl="4" algn="ctr" rtl="0">
              <a:lnSpc>
                <a:spcPct val="115000"/>
              </a:lnSpc>
              <a:spcBef>
                <a:spcPts val="0"/>
              </a:spcBef>
              <a:spcAft>
                <a:spcPts val="0"/>
              </a:spcAft>
              <a:buSzPts val="2400"/>
              <a:buFont typeface="Lexend"/>
              <a:buNone/>
              <a:defRPr sz="2400" b="1">
                <a:latin typeface="Lexend"/>
                <a:ea typeface="Lexend"/>
                <a:cs typeface="Lexend"/>
                <a:sym typeface="Lexend"/>
              </a:defRPr>
            </a:lvl5pPr>
            <a:lvl6pPr lvl="5" algn="ctr" rtl="0">
              <a:lnSpc>
                <a:spcPct val="115000"/>
              </a:lnSpc>
              <a:spcBef>
                <a:spcPts val="0"/>
              </a:spcBef>
              <a:spcAft>
                <a:spcPts val="0"/>
              </a:spcAft>
              <a:buSzPts val="2400"/>
              <a:buFont typeface="Lexend"/>
              <a:buNone/>
              <a:defRPr sz="2400" b="1">
                <a:latin typeface="Lexend"/>
                <a:ea typeface="Lexend"/>
                <a:cs typeface="Lexend"/>
                <a:sym typeface="Lexend"/>
              </a:defRPr>
            </a:lvl6pPr>
            <a:lvl7pPr lvl="6" algn="ctr" rtl="0">
              <a:lnSpc>
                <a:spcPct val="115000"/>
              </a:lnSpc>
              <a:spcBef>
                <a:spcPts val="0"/>
              </a:spcBef>
              <a:spcAft>
                <a:spcPts val="0"/>
              </a:spcAft>
              <a:buSzPts val="2400"/>
              <a:buFont typeface="Lexend"/>
              <a:buNone/>
              <a:defRPr sz="2400" b="1">
                <a:latin typeface="Lexend"/>
                <a:ea typeface="Lexend"/>
                <a:cs typeface="Lexend"/>
                <a:sym typeface="Lexend"/>
              </a:defRPr>
            </a:lvl7pPr>
            <a:lvl8pPr lvl="7" algn="ctr" rtl="0">
              <a:lnSpc>
                <a:spcPct val="115000"/>
              </a:lnSpc>
              <a:spcBef>
                <a:spcPts val="0"/>
              </a:spcBef>
              <a:spcAft>
                <a:spcPts val="0"/>
              </a:spcAft>
              <a:buSzPts val="2400"/>
              <a:buFont typeface="Lexend"/>
              <a:buNone/>
              <a:defRPr sz="2400" b="1">
                <a:latin typeface="Lexend"/>
                <a:ea typeface="Lexend"/>
                <a:cs typeface="Lexend"/>
                <a:sym typeface="Lexend"/>
              </a:defRPr>
            </a:lvl8pPr>
            <a:lvl9pPr lvl="8" algn="ctr" rtl="0">
              <a:lnSpc>
                <a:spcPct val="115000"/>
              </a:lnSpc>
              <a:spcBef>
                <a:spcPts val="0"/>
              </a:spcBef>
              <a:spcAft>
                <a:spcPts val="0"/>
              </a:spcAft>
              <a:buSzPts val="2400"/>
              <a:buFont typeface="Lexend"/>
              <a:buNone/>
              <a:defRPr sz="2400" b="1">
                <a:latin typeface="Lexend"/>
                <a:ea typeface="Lexend"/>
                <a:cs typeface="Lexend"/>
                <a:sym typeface="Lexend"/>
              </a:defRPr>
            </a:lvl9pPr>
          </a:lstStyle>
          <a:p>
            <a:endParaRPr/>
          </a:p>
        </p:txBody>
      </p:sp>
      <p:sp>
        <p:nvSpPr>
          <p:cNvPr id="679" name="Google Shape;679;p13"/>
          <p:cNvSpPr txBox="1">
            <a:spLocks noGrp="1"/>
          </p:cNvSpPr>
          <p:nvPr>
            <p:ph type="subTitle" idx="13"/>
          </p:nvPr>
        </p:nvSpPr>
        <p:spPr>
          <a:xfrm>
            <a:off x="5665413" y="1256675"/>
            <a:ext cx="2570100" cy="83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Lexend"/>
              <a:buNone/>
              <a:defRPr sz="2000" b="1">
                <a:latin typeface="Lexend"/>
                <a:ea typeface="Lexend"/>
                <a:cs typeface="Lexend"/>
                <a:sym typeface="Lexend"/>
              </a:defRPr>
            </a:lvl1pPr>
            <a:lvl2pPr lvl="1" algn="ctr" rtl="0">
              <a:lnSpc>
                <a:spcPct val="115000"/>
              </a:lnSpc>
              <a:spcBef>
                <a:spcPts val="0"/>
              </a:spcBef>
              <a:spcAft>
                <a:spcPts val="0"/>
              </a:spcAft>
              <a:buSzPts val="2400"/>
              <a:buFont typeface="Lexend"/>
              <a:buNone/>
              <a:defRPr sz="2400" b="1">
                <a:latin typeface="Lexend"/>
                <a:ea typeface="Lexend"/>
                <a:cs typeface="Lexend"/>
                <a:sym typeface="Lexend"/>
              </a:defRPr>
            </a:lvl2pPr>
            <a:lvl3pPr lvl="2" algn="ctr" rtl="0">
              <a:lnSpc>
                <a:spcPct val="115000"/>
              </a:lnSpc>
              <a:spcBef>
                <a:spcPts val="0"/>
              </a:spcBef>
              <a:spcAft>
                <a:spcPts val="0"/>
              </a:spcAft>
              <a:buSzPts val="2400"/>
              <a:buFont typeface="Lexend"/>
              <a:buNone/>
              <a:defRPr sz="2400" b="1">
                <a:latin typeface="Lexend"/>
                <a:ea typeface="Lexend"/>
                <a:cs typeface="Lexend"/>
                <a:sym typeface="Lexend"/>
              </a:defRPr>
            </a:lvl3pPr>
            <a:lvl4pPr lvl="3" algn="ctr" rtl="0">
              <a:lnSpc>
                <a:spcPct val="115000"/>
              </a:lnSpc>
              <a:spcBef>
                <a:spcPts val="0"/>
              </a:spcBef>
              <a:spcAft>
                <a:spcPts val="0"/>
              </a:spcAft>
              <a:buSzPts val="2400"/>
              <a:buFont typeface="Lexend"/>
              <a:buNone/>
              <a:defRPr sz="2400" b="1">
                <a:latin typeface="Lexend"/>
                <a:ea typeface="Lexend"/>
                <a:cs typeface="Lexend"/>
                <a:sym typeface="Lexend"/>
              </a:defRPr>
            </a:lvl4pPr>
            <a:lvl5pPr lvl="4" algn="ctr" rtl="0">
              <a:lnSpc>
                <a:spcPct val="115000"/>
              </a:lnSpc>
              <a:spcBef>
                <a:spcPts val="0"/>
              </a:spcBef>
              <a:spcAft>
                <a:spcPts val="0"/>
              </a:spcAft>
              <a:buSzPts val="2400"/>
              <a:buFont typeface="Lexend"/>
              <a:buNone/>
              <a:defRPr sz="2400" b="1">
                <a:latin typeface="Lexend"/>
                <a:ea typeface="Lexend"/>
                <a:cs typeface="Lexend"/>
                <a:sym typeface="Lexend"/>
              </a:defRPr>
            </a:lvl5pPr>
            <a:lvl6pPr lvl="5" algn="ctr" rtl="0">
              <a:lnSpc>
                <a:spcPct val="115000"/>
              </a:lnSpc>
              <a:spcBef>
                <a:spcPts val="0"/>
              </a:spcBef>
              <a:spcAft>
                <a:spcPts val="0"/>
              </a:spcAft>
              <a:buSzPts val="2400"/>
              <a:buFont typeface="Lexend"/>
              <a:buNone/>
              <a:defRPr sz="2400" b="1">
                <a:latin typeface="Lexend"/>
                <a:ea typeface="Lexend"/>
                <a:cs typeface="Lexend"/>
                <a:sym typeface="Lexend"/>
              </a:defRPr>
            </a:lvl6pPr>
            <a:lvl7pPr lvl="6" algn="ctr" rtl="0">
              <a:lnSpc>
                <a:spcPct val="115000"/>
              </a:lnSpc>
              <a:spcBef>
                <a:spcPts val="0"/>
              </a:spcBef>
              <a:spcAft>
                <a:spcPts val="0"/>
              </a:spcAft>
              <a:buSzPts val="2400"/>
              <a:buFont typeface="Lexend"/>
              <a:buNone/>
              <a:defRPr sz="2400" b="1">
                <a:latin typeface="Lexend"/>
                <a:ea typeface="Lexend"/>
                <a:cs typeface="Lexend"/>
                <a:sym typeface="Lexend"/>
              </a:defRPr>
            </a:lvl7pPr>
            <a:lvl8pPr lvl="7" algn="ctr" rtl="0">
              <a:lnSpc>
                <a:spcPct val="115000"/>
              </a:lnSpc>
              <a:spcBef>
                <a:spcPts val="0"/>
              </a:spcBef>
              <a:spcAft>
                <a:spcPts val="0"/>
              </a:spcAft>
              <a:buSzPts val="2400"/>
              <a:buFont typeface="Lexend"/>
              <a:buNone/>
              <a:defRPr sz="2400" b="1">
                <a:latin typeface="Lexend"/>
                <a:ea typeface="Lexend"/>
                <a:cs typeface="Lexend"/>
                <a:sym typeface="Lexend"/>
              </a:defRPr>
            </a:lvl8pPr>
            <a:lvl9pPr lvl="8" algn="ctr" rtl="0">
              <a:lnSpc>
                <a:spcPct val="115000"/>
              </a:lnSpc>
              <a:spcBef>
                <a:spcPts val="0"/>
              </a:spcBef>
              <a:spcAft>
                <a:spcPts val="0"/>
              </a:spcAft>
              <a:buSzPts val="2400"/>
              <a:buFont typeface="Lexend"/>
              <a:buNone/>
              <a:defRPr sz="2400" b="1">
                <a:latin typeface="Lexend"/>
                <a:ea typeface="Lexend"/>
                <a:cs typeface="Lexend"/>
                <a:sym typeface="Lexend"/>
              </a:defRPr>
            </a:lvl9pPr>
          </a:lstStyle>
          <a:p>
            <a:endParaRPr/>
          </a:p>
        </p:txBody>
      </p:sp>
      <p:sp>
        <p:nvSpPr>
          <p:cNvPr id="680" name="Google Shape;680;p13"/>
          <p:cNvSpPr txBox="1">
            <a:spLocks noGrp="1"/>
          </p:cNvSpPr>
          <p:nvPr>
            <p:ph type="subTitle" idx="14"/>
          </p:nvPr>
        </p:nvSpPr>
        <p:spPr>
          <a:xfrm>
            <a:off x="1806638" y="2971525"/>
            <a:ext cx="2570100" cy="83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Lexend"/>
              <a:buNone/>
              <a:defRPr sz="2000" b="1">
                <a:latin typeface="Lexend"/>
                <a:ea typeface="Lexend"/>
                <a:cs typeface="Lexend"/>
                <a:sym typeface="Lexend"/>
              </a:defRPr>
            </a:lvl1pPr>
            <a:lvl2pPr lvl="1" algn="ctr" rtl="0">
              <a:lnSpc>
                <a:spcPct val="115000"/>
              </a:lnSpc>
              <a:spcBef>
                <a:spcPts val="0"/>
              </a:spcBef>
              <a:spcAft>
                <a:spcPts val="0"/>
              </a:spcAft>
              <a:buSzPts val="2400"/>
              <a:buFont typeface="Lexend"/>
              <a:buNone/>
              <a:defRPr sz="2400" b="1">
                <a:latin typeface="Lexend"/>
                <a:ea typeface="Lexend"/>
                <a:cs typeface="Lexend"/>
                <a:sym typeface="Lexend"/>
              </a:defRPr>
            </a:lvl2pPr>
            <a:lvl3pPr lvl="2" algn="ctr" rtl="0">
              <a:lnSpc>
                <a:spcPct val="115000"/>
              </a:lnSpc>
              <a:spcBef>
                <a:spcPts val="0"/>
              </a:spcBef>
              <a:spcAft>
                <a:spcPts val="0"/>
              </a:spcAft>
              <a:buSzPts val="2400"/>
              <a:buFont typeface="Lexend"/>
              <a:buNone/>
              <a:defRPr sz="2400" b="1">
                <a:latin typeface="Lexend"/>
                <a:ea typeface="Lexend"/>
                <a:cs typeface="Lexend"/>
                <a:sym typeface="Lexend"/>
              </a:defRPr>
            </a:lvl3pPr>
            <a:lvl4pPr lvl="3" algn="ctr" rtl="0">
              <a:lnSpc>
                <a:spcPct val="115000"/>
              </a:lnSpc>
              <a:spcBef>
                <a:spcPts val="0"/>
              </a:spcBef>
              <a:spcAft>
                <a:spcPts val="0"/>
              </a:spcAft>
              <a:buSzPts val="2400"/>
              <a:buFont typeface="Lexend"/>
              <a:buNone/>
              <a:defRPr sz="2400" b="1">
                <a:latin typeface="Lexend"/>
                <a:ea typeface="Lexend"/>
                <a:cs typeface="Lexend"/>
                <a:sym typeface="Lexend"/>
              </a:defRPr>
            </a:lvl4pPr>
            <a:lvl5pPr lvl="4" algn="ctr" rtl="0">
              <a:lnSpc>
                <a:spcPct val="115000"/>
              </a:lnSpc>
              <a:spcBef>
                <a:spcPts val="0"/>
              </a:spcBef>
              <a:spcAft>
                <a:spcPts val="0"/>
              </a:spcAft>
              <a:buSzPts val="2400"/>
              <a:buFont typeface="Lexend"/>
              <a:buNone/>
              <a:defRPr sz="2400" b="1">
                <a:latin typeface="Lexend"/>
                <a:ea typeface="Lexend"/>
                <a:cs typeface="Lexend"/>
                <a:sym typeface="Lexend"/>
              </a:defRPr>
            </a:lvl5pPr>
            <a:lvl6pPr lvl="5" algn="ctr" rtl="0">
              <a:lnSpc>
                <a:spcPct val="115000"/>
              </a:lnSpc>
              <a:spcBef>
                <a:spcPts val="0"/>
              </a:spcBef>
              <a:spcAft>
                <a:spcPts val="0"/>
              </a:spcAft>
              <a:buSzPts val="2400"/>
              <a:buFont typeface="Lexend"/>
              <a:buNone/>
              <a:defRPr sz="2400" b="1">
                <a:latin typeface="Lexend"/>
                <a:ea typeface="Lexend"/>
                <a:cs typeface="Lexend"/>
                <a:sym typeface="Lexend"/>
              </a:defRPr>
            </a:lvl6pPr>
            <a:lvl7pPr lvl="6" algn="ctr" rtl="0">
              <a:lnSpc>
                <a:spcPct val="115000"/>
              </a:lnSpc>
              <a:spcBef>
                <a:spcPts val="0"/>
              </a:spcBef>
              <a:spcAft>
                <a:spcPts val="0"/>
              </a:spcAft>
              <a:buSzPts val="2400"/>
              <a:buFont typeface="Lexend"/>
              <a:buNone/>
              <a:defRPr sz="2400" b="1">
                <a:latin typeface="Lexend"/>
                <a:ea typeface="Lexend"/>
                <a:cs typeface="Lexend"/>
                <a:sym typeface="Lexend"/>
              </a:defRPr>
            </a:lvl7pPr>
            <a:lvl8pPr lvl="7" algn="ctr" rtl="0">
              <a:lnSpc>
                <a:spcPct val="115000"/>
              </a:lnSpc>
              <a:spcBef>
                <a:spcPts val="0"/>
              </a:spcBef>
              <a:spcAft>
                <a:spcPts val="0"/>
              </a:spcAft>
              <a:buSzPts val="2400"/>
              <a:buFont typeface="Lexend"/>
              <a:buNone/>
              <a:defRPr sz="2400" b="1">
                <a:latin typeface="Lexend"/>
                <a:ea typeface="Lexend"/>
                <a:cs typeface="Lexend"/>
                <a:sym typeface="Lexend"/>
              </a:defRPr>
            </a:lvl8pPr>
            <a:lvl9pPr lvl="8" algn="ctr" rtl="0">
              <a:lnSpc>
                <a:spcPct val="115000"/>
              </a:lnSpc>
              <a:spcBef>
                <a:spcPts val="0"/>
              </a:spcBef>
              <a:spcAft>
                <a:spcPts val="0"/>
              </a:spcAft>
              <a:buSzPts val="2400"/>
              <a:buFont typeface="Lexend"/>
              <a:buNone/>
              <a:defRPr sz="2400" b="1">
                <a:latin typeface="Lexend"/>
                <a:ea typeface="Lexend"/>
                <a:cs typeface="Lexend"/>
                <a:sym typeface="Lexend"/>
              </a:defRPr>
            </a:lvl9pPr>
          </a:lstStyle>
          <a:p>
            <a:endParaRPr/>
          </a:p>
        </p:txBody>
      </p:sp>
      <p:sp>
        <p:nvSpPr>
          <p:cNvPr id="681" name="Google Shape;681;p13"/>
          <p:cNvSpPr txBox="1">
            <a:spLocks noGrp="1"/>
          </p:cNvSpPr>
          <p:nvPr>
            <p:ph type="subTitle" idx="15"/>
          </p:nvPr>
        </p:nvSpPr>
        <p:spPr>
          <a:xfrm>
            <a:off x="5665413" y="2971525"/>
            <a:ext cx="2570100" cy="83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Lexend"/>
              <a:buNone/>
              <a:defRPr sz="2000" b="1">
                <a:latin typeface="Lexend"/>
                <a:ea typeface="Lexend"/>
                <a:cs typeface="Lexend"/>
                <a:sym typeface="Lexend"/>
              </a:defRPr>
            </a:lvl1pPr>
            <a:lvl2pPr lvl="1" algn="ctr" rtl="0">
              <a:lnSpc>
                <a:spcPct val="115000"/>
              </a:lnSpc>
              <a:spcBef>
                <a:spcPts val="0"/>
              </a:spcBef>
              <a:spcAft>
                <a:spcPts val="0"/>
              </a:spcAft>
              <a:buSzPts val="2400"/>
              <a:buFont typeface="Lexend"/>
              <a:buNone/>
              <a:defRPr sz="2400" b="1">
                <a:latin typeface="Lexend"/>
                <a:ea typeface="Lexend"/>
                <a:cs typeface="Lexend"/>
                <a:sym typeface="Lexend"/>
              </a:defRPr>
            </a:lvl2pPr>
            <a:lvl3pPr lvl="2" algn="ctr" rtl="0">
              <a:lnSpc>
                <a:spcPct val="115000"/>
              </a:lnSpc>
              <a:spcBef>
                <a:spcPts val="0"/>
              </a:spcBef>
              <a:spcAft>
                <a:spcPts val="0"/>
              </a:spcAft>
              <a:buSzPts val="2400"/>
              <a:buFont typeface="Lexend"/>
              <a:buNone/>
              <a:defRPr sz="2400" b="1">
                <a:latin typeface="Lexend"/>
                <a:ea typeface="Lexend"/>
                <a:cs typeface="Lexend"/>
                <a:sym typeface="Lexend"/>
              </a:defRPr>
            </a:lvl3pPr>
            <a:lvl4pPr lvl="3" algn="ctr" rtl="0">
              <a:lnSpc>
                <a:spcPct val="115000"/>
              </a:lnSpc>
              <a:spcBef>
                <a:spcPts val="0"/>
              </a:spcBef>
              <a:spcAft>
                <a:spcPts val="0"/>
              </a:spcAft>
              <a:buSzPts val="2400"/>
              <a:buFont typeface="Lexend"/>
              <a:buNone/>
              <a:defRPr sz="2400" b="1">
                <a:latin typeface="Lexend"/>
                <a:ea typeface="Lexend"/>
                <a:cs typeface="Lexend"/>
                <a:sym typeface="Lexend"/>
              </a:defRPr>
            </a:lvl4pPr>
            <a:lvl5pPr lvl="4" algn="ctr" rtl="0">
              <a:lnSpc>
                <a:spcPct val="115000"/>
              </a:lnSpc>
              <a:spcBef>
                <a:spcPts val="0"/>
              </a:spcBef>
              <a:spcAft>
                <a:spcPts val="0"/>
              </a:spcAft>
              <a:buSzPts val="2400"/>
              <a:buFont typeface="Lexend"/>
              <a:buNone/>
              <a:defRPr sz="2400" b="1">
                <a:latin typeface="Lexend"/>
                <a:ea typeface="Lexend"/>
                <a:cs typeface="Lexend"/>
                <a:sym typeface="Lexend"/>
              </a:defRPr>
            </a:lvl5pPr>
            <a:lvl6pPr lvl="5" algn="ctr" rtl="0">
              <a:lnSpc>
                <a:spcPct val="115000"/>
              </a:lnSpc>
              <a:spcBef>
                <a:spcPts val="0"/>
              </a:spcBef>
              <a:spcAft>
                <a:spcPts val="0"/>
              </a:spcAft>
              <a:buSzPts val="2400"/>
              <a:buFont typeface="Lexend"/>
              <a:buNone/>
              <a:defRPr sz="2400" b="1">
                <a:latin typeface="Lexend"/>
                <a:ea typeface="Lexend"/>
                <a:cs typeface="Lexend"/>
                <a:sym typeface="Lexend"/>
              </a:defRPr>
            </a:lvl6pPr>
            <a:lvl7pPr lvl="6" algn="ctr" rtl="0">
              <a:lnSpc>
                <a:spcPct val="115000"/>
              </a:lnSpc>
              <a:spcBef>
                <a:spcPts val="0"/>
              </a:spcBef>
              <a:spcAft>
                <a:spcPts val="0"/>
              </a:spcAft>
              <a:buSzPts val="2400"/>
              <a:buFont typeface="Lexend"/>
              <a:buNone/>
              <a:defRPr sz="2400" b="1">
                <a:latin typeface="Lexend"/>
                <a:ea typeface="Lexend"/>
                <a:cs typeface="Lexend"/>
                <a:sym typeface="Lexend"/>
              </a:defRPr>
            </a:lvl7pPr>
            <a:lvl8pPr lvl="7" algn="ctr" rtl="0">
              <a:lnSpc>
                <a:spcPct val="115000"/>
              </a:lnSpc>
              <a:spcBef>
                <a:spcPts val="0"/>
              </a:spcBef>
              <a:spcAft>
                <a:spcPts val="0"/>
              </a:spcAft>
              <a:buSzPts val="2400"/>
              <a:buFont typeface="Lexend"/>
              <a:buNone/>
              <a:defRPr sz="2400" b="1">
                <a:latin typeface="Lexend"/>
                <a:ea typeface="Lexend"/>
                <a:cs typeface="Lexend"/>
                <a:sym typeface="Lexend"/>
              </a:defRPr>
            </a:lvl8pPr>
            <a:lvl9pPr lvl="8" algn="ctr" rtl="0">
              <a:lnSpc>
                <a:spcPct val="115000"/>
              </a:lnSpc>
              <a:spcBef>
                <a:spcPts val="0"/>
              </a:spcBef>
              <a:spcAft>
                <a:spcPts val="0"/>
              </a:spcAft>
              <a:buSzPts val="2400"/>
              <a:buFont typeface="Lexend"/>
              <a:buNone/>
              <a:defRPr sz="2400" b="1">
                <a:latin typeface="Lexend"/>
                <a:ea typeface="Lexend"/>
                <a:cs typeface="Lexend"/>
                <a:sym typeface="Lexend"/>
              </a:defRPr>
            </a:lvl9pPr>
          </a:lstStyle>
          <a:p>
            <a:endParaRPr/>
          </a:p>
        </p:txBody>
      </p:sp>
      <p:grpSp>
        <p:nvGrpSpPr>
          <p:cNvPr id="682" name="Google Shape;682;p13"/>
          <p:cNvGrpSpPr/>
          <p:nvPr/>
        </p:nvGrpSpPr>
        <p:grpSpPr>
          <a:xfrm>
            <a:off x="362675" y="223138"/>
            <a:ext cx="8584545" cy="4702738"/>
            <a:chOff x="362675" y="223138"/>
            <a:chExt cx="8584545" cy="4702738"/>
          </a:xfrm>
        </p:grpSpPr>
        <p:grpSp>
          <p:nvGrpSpPr>
            <p:cNvPr id="683" name="Google Shape;683;p13"/>
            <p:cNvGrpSpPr/>
            <p:nvPr/>
          </p:nvGrpSpPr>
          <p:grpSpPr>
            <a:xfrm>
              <a:off x="362675" y="793000"/>
              <a:ext cx="130200" cy="126125"/>
              <a:chOff x="3935725" y="167575"/>
              <a:chExt cx="130200" cy="126125"/>
            </a:xfrm>
          </p:grpSpPr>
          <p:sp>
            <p:nvSpPr>
              <p:cNvPr id="684" name="Google Shape;684;p13"/>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685" name="Google Shape;685;p13"/>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686" name="Google Shape;686;p13"/>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687" name="Google Shape;687;p13"/>
            <p:cNvGrpSpPr/>
            <p:nvPr/>
          </p:nvGrpSpPr>
          <p:grpSpPr>
            <a:xfrm>
              <a:off x="2046988" y="4799750"/>
              <a:ext cx="130200" cy="126125"/>
              <a:chOff x="3935725" y="167575"/>
              <a:chExt cx="130200" cy="126125"/>
            </a:xfrm>
          </p:grpSpPr>
          <p:sp>
            <p:nvSpPr>
              <p:cNvPr id="688" name="Google Shape;688;p13"/>
              <p:cNvSpPr/>
              <p:nvPr/>
            </p:nvSpPr>
            <p:spPr>
              <a:xfrm>
                <a:off x="3935725" y="167575"/>
                <a:ext cx="65100" cy="564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689" name="Google Shape;689;p13"/>
              <p:cNvSpPr/>
              <p:nvPr/>
            </p:nvSpPr>
            <p:spPr>
              <a:xfrm>
                <a:off x="4000825" y="201775"/>
                <a:ext cx="65100" cy="564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690" name="Google Shape;690;p13"/>
              <p:cNvSpPr/>
              <p:nvPr/>
            </p:nvSpPr>
            <p:spPr>
              <a:xfrm>
                <a:off x="3935725" y="237300"/>
                <a:ext cx="65100" cy="564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691" name="Google Shape;691;p13"/>
            <p:cNvGrpSpPr/>
            <p:nvPr/>
          </p:nvGrpSpPr>
          <p:grpSpPr>
            <a:xfrm>
              <a:off x="8845345" y="4235716"/>
              <a:ext cx="101875" cy="134875"/>
              <a:chOff x="3928495" y="333391"/>
              <a:chExt cx="101875" cy="134875"/>
            </a:xfrm>
          </p:grpSpPr>
          <p:grpSp>
            <p:nvGrpSpPr>
              <p:cNvPr id="692" name="Google Shape;692;p13"/>
              <p:cNvGrpSpPr/>
              <p:nvPr/>
            </p:nvGrpSpPr>
            <p:grpSpPr>
              <a:xfrm>
                <a:off x="3928495" y="379241"/>
                <a:ext cx="44700" cy="42600"/>
                <a:chOff x="3928495" y="379241"/>
                <a:chExt cx="44700" cy="42600"/>
              </a:xfrm>
            </p:grpSpPr>
            <p:sp>
              <p:nvSpPr>
                <p:cNvPr id="693" name="Google Shape;693;p13"/>
                <p:cNvSpPr/>
                <p:nvPr/>
              </p:nvSpPr>
              <p:spPr>
                <a:xfrm>
                  <a:off x="3928495" y="396272"/>
                  <a:ext cx="44700" cy="8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4" name="Google Shape;694;p13"/>
                <p:cNvSpPr/>
                <p:nvPr/>
              </p:nvSpPr>
              <p:spPr>
                <a:xfrm>
                  <a:off x="3946802" y="379241"/>
                  <a:ext cx="8100" cy="426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95" name="Google Shape;695;p13"/>
              <p:cNvGrpSpPr/>
              <p:nvPr/>
            </p:nvGrpSpPr>
            <p:grpSpPr>
              <a:xfrm>
                <a:off x="3985670" y="425666"/>
                <a:ext cx="44700" cy="42600"/>
                <a:chOff x="3928495" y="379241"/>
                <a:chExt cx="44700" cy="42600"/>
              </a:xfrm>
            </p:grpSpPr>
            <p:sp>
              <p:nvSpPr>
                <p:cNvPr id="696" name="Google Shape;696;p13"/>
                <p:cNvSpPr/>
                <p:nvPr/>
              </p:nvSpPr>
              <p:spPr>
                <a:xfrm>
                  <a:off x="3928495" y="396272"/>
                  <a:ext cx="44700" cy="8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7" name="Google Shape;697;p13"/>
                <p:cNvSpPr/>
                <p:nvPr/>
              </p:nvSpPr>
              <p:spPr>
                <a:xfrm>
                  <a:off x="3946802" y="379241"/>
                  <a:ext cx="8100" cy="426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98" name="Google Shape;698;p13"/>
              <p:cNvGrpSpPr/>
              <p:nvPr/>
            </p:nvGrpSpPr>
            <p:grpSpPr>
              <a:xfrm>
                <a:off x="3985670" y="333391"/>
                <a:ext cx="44700" cy="42600"/>
                <a:chOff x="3928495" y="379241"/>
                <a:chExt cx="44700" cy="42600"/>
              </a:xfrm>
            </p:grpSpPr>
            <p:sp>
              <p:nvSpPr>
                <p:cNvPr id="699" name="Google Shape;699;p13"/>
                <p:cNvSpPr/>
                <p:nvPr/>
              </p:nvSpPr>
              <p:spPr>
                <a:xfrm>
                  <a:off x="3928495" y="396272"/>
                  <a:ext cx="44700" cy="8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0" name="Google Shape;700;p13"/>
                <p:cNvSpPr/>
                <p:nvPr/>
              </p:nvSpPr>
              <p:spPr>
                <a:xfrm>
                  <a:off x="3946802" y="379241"/>
                  <a:ext cx="8100" cy="426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701" name="Google Shape;701;p13"/>
            <p:cNvGrpSpPr/>
            <p:nvPr/>
          </p:nvGrpSpPr>
          <p:grpSpPr>
            <a:xfrm>
              <a:off x="6507442" y="4803287"/>
              <a:ext cx="449076" cy="119073"/>
              <a:chOff x="7108302" y="2550931"/>
              <a:chExt cx="281323" cy="74593"/>
            </a:xfrm>
          </p:grpSpPr>
          <p:sp>
            <p:nvSpPr>
              <p:cNvPr id="702" name="Google Shape;702;p13"/>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3" name="Google Shape;703;p13"/>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4" name="Google Shape;704;p13"/>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5" name="Google Shape;705;p13"/>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6" name="Google Shape;706;p13"/>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7" name="Google Shape;707;p13"/>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8" name="Google Shape;708;p13"/>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9" name="Google Shape;709;p13"/>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0" name="Google Shape;710;p13"/>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1" name="Google Shape;711;p13"/>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12" name="Google Shape;712;p13"/>
            <p:cNvGrpSpPr/>
            <p:nvPr/>
          </p:nvGrpSpPr>
          <p:grpSpPr>
            <a:xfrm>
              <a:off x="1667825" y="233212"/>
              <a:ext cx="445675" cy="119073"/>
              <a:chOff x="3578973" y="2550931"/>
              <a:chExt cx="279193" cy="74593"/>
            </a:xfrm>
          </p:grpSpPr>
          <p:sp>
            <p:nvSpPr>
              <p:cNvPr id="713" name="Google Shape;713;p13"/>
              <p:cNvSpPr/>
              <p:nvPr/>
            </p:nvSpPr>
            <p:spPr>
              <a:xfrm>
                <a:off x="3578973" y="2550931"/>
                <a:ext cx="42625" cy="74593"/>
              </a:xfrm>
              <a:custGeom>
                <a:avLst/>
                <a:gdLst/>
                <a:ahLst/>
                <a:cxnLst/>
                <a:rect l="l" t="t" r="r" b="b"/>
                <a:pathLst>
                  <a:path w="20" h="35" extrusionOk="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4" name="Google Shape;714;p13"/>
              <p:cNvSpPr/>
              <p:nvPr/>
            </p:nvSpPr>
            <p:spPr>
              <a:xfrm>
                <a:off x="3636518"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5" name="Google Shape;715;p13"/>
              <p:cNvSpPr/>
              <p:nvPr/>
            </p:nvSpPr>
            <p:spPr>
              <a:xfrm>
                <a:off x="3698323" y="2550931"/>
                <a:ext cx="42625" cy="74593"/>
              </a:xfrm>
              <a:custGeom>
                <a:avLst/>
                <a:gdLst/>
                <a:ahLst/>
                <a:cxnLst/>
                <a:rect l="l" t="t" r="r" b="b"/>
                <a:pathLst>
                  <a:path w="20" h="35" extrusionOk="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6" name="Google Shape;716;p13"/>
              <p:cNvSpPr/>
              <p:nvPr/>
            </p:nvSpPr>
            <p:spPr>
              <a:xfrm>
                <a:off x="3755867"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7" name="Google Shape;717;p13"/>
              <p:cNvSpPr/>
              <p:nvPr/>
            </p:nvSpPr>
            <p:spPr>
              <a:xfrm>
                <a:off x="3813410" y="2550931"/>
                <a:ext cx="44757" cy="74593"/>
              </a:xfrm>
              <a:custGeom>
                <a:avLst/>
                <a:gdLst/>
                <a:ahLst/>
                <a:cxnLst/>
                <a:rect l="l" t="t" r="r" b="b"/>
                <a:pathLst>
                  <a:path w="21" h="35" extrusionOk="0">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8" name="Google Shape;718;p13"/>
              <p:cNvSpPr/>
              <p:nvPr/>
            </p:nvSpPr>
            <p:spPr>
              <a:xfrm>
                <a:off x="3578973" y="2550931"/>
                <a:ext cx="42625" cy="74593"/>
              </a:xfrm>
              <a:custGeom>
                <a:avLst/>
                <a:gdLst/>
                <a:ahLst/>
                <a:cxnLst/>
                <a:rect l="l" t="t" r="r" b="b"/>
                <a:pathLst>
                  <a:path w="20" h="35" extrusionOk="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9" name="Google Shape;719;p13"/>
              <p:cNvSpPr/>
              <p:nvPr/>
            </p:nvSpPr>
            <p:spPr>
              <a:xfrm>
                <a:off x="3636518"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0" name="Google Shape;720;p13"/>
              <p:cNvSpPr/>
              <p:nvPr/>
            </p:nvSpPr>
            <p:spPr>
              <a:xfrm>
                <a:off x="3698323" y="2550931"/>
                <a:ext cx="42625" cy="74593"/>
              </a:xfrm>
              <a:custGeom>
                <a:avLst/>
                <a:gdLst/>
                <a:ahLst/>
                <a:cxnLst/>
                <a:rect l="l" t="t" r="r" b="b"/>
                <a:pathLst>
                  <a:path w="20" h="35" extrusionOk="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1" name="Google Shape;721;p13"/>
              <p:cNvSpPr/>
              <p:nvPr/>
            </p:nvSpPr>
            <p:spPr>
              <a:xfrm>
                <a:off x="3755867"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2" name="Google Shape;722;p13"/>
              <p:cNvSpPr/>
              <p:nvPr/>
            </p:nvSpPr>
            <p:spPr>
              <a:xfrm>
                <a:off x="3813410" y="2550931"/>
                <a:ext cx="44757" cy="74593"/>
              </a:xfrm>
              <a:custGeom>
                <a:avLst/>
                <a:gdLst/>
                <a:ahLst/>
                <a:cxnLst/>
                <a:rect l="l" t="t" r="r" b="b"/>
                <a:pathLst>
                  <a:path w="21" h="35" extrusionOk="0">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23" name="Google Shape;723;p13"/>
            <p:cNvGrpSpPr/>
            <p:nvPr/>
          </p:nvGrpSpPr>
          <p:grpSpPr>
            <a:xfrm>
              <a:off x="8193600" y="223138"/>
              <a:ext cx="130200" cy="126125"/>
              <a:chOff x="3935725" y="167575"/>
              <a:chExt cx="130200" cy="126125"/>
            </a:xfrm>
          </p:grpSpPr>
          <p:sp>
            <p:nvSpPr>
              <p:cNvPr id="724" name="Google Shape;724;p13"/>
              <p:cNvSpPr/>
              <p:nvPr/>
            </p:nvSpPr>
            <p:spPr>
              <a:xfrm>
                <a:off x="3935725" y="167575"/>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725" name="Google Shape;725;p13"/>
              <p:cNvSpPr/>
              <p:nvPr/>
            </p:nvSpPr>
            <p:spPr>
              <a:xfrm>
                <a:off x="4000825" y="201775"/>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726" name="Google Shape;726;p13"/>
              <p:cNvSpPr/>
              <p:nvPr/>
            </p:nvSpPr>
            <p:spPr>
              <a:xfrm>
                <a:off x="3935725" y="237300"/>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grpSp>
        <p:nvGrpSpPr>
          <p:cNvPr id="727" name="Google Shape;727;p13"/>
          <p:cNvGrpSpPr/>
          <p:nvPr/>
        </p:nvGrpSpPr>
        <p:grpSpPr>
          <a:xfrm>
            <a:off x="-1125950" y="-1116990"/>
            <a:ext cx="11388500" cy="7417815"/>
            <a:chOff x="-1125950" y="-1116990"/>
            <a:chExt cx="11388500" cy="7417815"/>
          </a:xfrm>
        </p:grpSpPr>
        <p:sp>
          <p:nvSpPr>
            <p:cNvPr id="728" name="Google Shape;728;p13"/>
            <p:cNvSpPr/>
            <p:nvPr/>
          </p:nvSpPr>
          <p:spPr>
            <a:xfrm rot="10800000" flipH="1">
              <a:off x="-842500" y="4443535"/>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729" name="Google Shape;729;p13"/>
            <p:cNvSpPr/>
            <p:nvPr/>
          </p:nvSpPr>
          <p:spPr>
            <a:xfrm rot="10800000" flipH="1">
              <a:off x="-1125950" y="4197100"/>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730" name="Google Shape;730;p13"/>
            <p:cNvSpPr/>
            <p:nvPr/>
          </p:nvSpPr>
          <p:spPr>
            <a:xfrm rot="10800000">
              <a:off x="8565125" y="1326485"/>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731" name="Google Shape;731;p13"/>
            <p:cNvSpPr/>
            <p:nvPr/>
          </p:nvSpPr>
          <p:spPr>
            <a:xfrm rot="10800000">
              <a:off x="8845350" y="1080050"/>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732" name="Google Shape;732;p13"/>
            <p:cNvSpPr/>
            <p:nvPr/>
          </p:nvSpPr>
          <p:spPr>
            <a:xfrm rot="5400000">
              <a:off x="6518800" y="-461490"/>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733" name="Google Shape;733;p13"/>
            <p:cNvSpPr/>
            <p:nvPr/>
          </p:nvSpPr>
          <p:spPr>
            <a:xfrm rot="5400000">
              <a:off x="906125" y="5539125"/>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734" name="Google Shape;734;p13"/>
          <p:cNvGrpSpPr/>
          <p:nvPr/>
        </p:nvGrpSpPr>
        <p:grpSpPr>
          <a:xfrm>
            <a:off x="-918810" y="-954029"/>
            <a:ext cx="10760625" cy="7331170"/>
            <a:chOff x="-918810" y="-954029"/>
            <a:chExt cx="10760625" cy="7331170"/>
          </a:xfrm>
        </p:grpSpPr>
        <p:grpSp>
          <p:nvGrpSpPr>
            <p:cNvPr id="735" name="Google Shape;735;p13"/>
            <p:cNvGrpSpPr/>
            <p:nvPr/>
          </p:nvGrpSpPr>
          <p:grpSpPr>
            <a:xfrm>
              <a:off x="-918810" y="186420"/>
              <a:ext cx="1493520" cy="615774"/>
              <a:chOff x="5301012" y="396272"/>
              <a:chExt cx="935614" cy="385751"/>
            </a:xfrm>
          </p:grpSpPr>
          <p:sp>
            <p:nvSpPr>
              <p:cNvPr id="736" name="Google Shape;736;p13"/>
              <p:cNvSpPr/>
              <p:nvPr/>
            </p:nvSpPr>
            <p:spPr>
              <a:xfrm>
                <a:off x="6202525" y="396272"/>
                <a:ext cx="34100" cy="34099"/>
              </a:xfrm>
              <a:custGeom>
                <a:avLst/>
                <a:gdLst/>
                <a:ahLst/>
                <a:cxnLst/>
                <a:rect l="l" t="t" r="r" b="b"/>
                <a:pathLst>
                  <a:path w="15" h="15" extrusionOk="0">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7" name="Google Shape;737;p13"/>
              <p:cNvSpPr/>
              <p:nvPr/>
            </p:nvSpPr>
            <p:spPr>
              <a:xfrm>
                <a:off x="5301012" y="750054"/>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8" name="Google Shape;738;p13"/>
              <p:cNvSpPr/>
              <p:nvPr/>
            </p:nvSpPr>
            <p:spPr>
              <a:xfrm>
                <a:off x="5322324" y="426109"/>
                <a:ext cx="903645" cy="336732"/>
              </a:xfrm>
              <a:custGeom>
                <a:avLst/>
                <a:gdLst/>
                <a:ahLst/>
                <a:cxnLst/>
                <a:rect l="l" t="t" r="r" b="b"/>
                <a:pathLst>
                  <a:path w="424" h="158" extrusionOk="0">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39" name="Google Shape;739;p13"/>
            <p:cNvGrpSpPr/>
            <p:nvPr/>
          </p:nvGrpSpPr>
          <p:grpSpPr>
            <a:xfrm>
              <a:off x="7684905" y="4712283"/>
              <a:ext cx="2156910" cy="506908"/>
              <a:chOff x="4891825" y="3495059"/>
              <a:chExt cx="1351193" cy="317552"/>
            </a:xfrm>
          </p:grpSpPr>
          <p:sp>
            <p:nvSpPr>
              <p:cNvPr id="740" name="Google Shape;740;p13"/>
              <p:cNvSpPr/>
              <p:nvPr/>
            </p:nvSpPr>
            <p:spPr>
              <a:xfrm>
                <a:off x="6208918" y="3706050"/>
                <a:ext cx="34100" cy="31969"/>
              </a:xfrm>
              <a:custGeom>
                <a:avLst/>
                <a:gdLst/>
                <a:ahLst/>
                <a:cxnLst/>
                <a:rect l="l" t="t" r="r" b="b"/>
                <a:pathLst>
                  <a:path w="15" h="15" extrusionOk="0">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1" name="Google Shape;741;p13"/>
              <p:cNvSpPr/>
              <p:nvPr/>
            </p:nvSpPr>
            <p:spPr>
              <a:xfrm>
                <a:off x="4891825" y="3584575"/>
                <a:ext cx="29825" cy="29825"/>
              </a:xfrm>
              <a:custGeom>
                <a:avLst/>
                <a:gdLst/>
                <a:ahLst/>
                <a:cxnLst/>
                <a:rect l="l" t="t" r="r" b="b"/>
                <a:pathLst>
                  <a:path w="15" h="14" extrusionOk="0">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2" name="Google Shape;742;p13"/>
              <p:cNvSpPr/>
              <p:nvPr/>
            </p:nvSpPr>
            <p:spPr>
              <a:xfrm>
                <a:off x="4917389" y="3595227"/>
                <a:ext cx="1295792" cy="217384"/>
              </a:xfrm>
              <a:custGeom>
                <a:avLst/>
                <a:gdLst/>
                <a:ahLst/>
                <a:cxnLst/>
                <a:rect l="l" t="t" r="r" b="b"/>
                <a:pathLst>
                  <a:path w="608" h="102" extrusionOk="0">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3" name="Google Shape;743;p13"/>
              <p:cNvSpPr/>
              <p:nvPr/>
            </p:nvSpPr>
            <p:spPr>
              <a:xfrm>
                <a:off x="5933990" y="3716706"/>
                <a:ext cx="31969" cy="34099"/>
              </a:xfrm>
              <a:custGeom>
                <a:avLst/>
                <a:gdLst/>
                <a:ahLst/>
                <a:cxnLst/>
                <a:rect l="l" t="t" r="r" b="b"/>
                <a:pathLst>
                  <a:path w="14" h="15" extrusionOk="0">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4" name="Google Shape;744;p13"/>
              <p:cNvSpPr/>
              <p:nvPr/>
            </p:nvSpPr>
            <p:spPr>
              <a:xfrm>
                <a:off x="5286094" y="3495059"/>
                <a:ext cx="29837" cy="31969"/>
              </a:xfrm>
              <a:custGeom>
                <a:avLst/>
                <a:gdLst/>
                <a:ahLst/>
                <a:cxnLst/>
                <a:rect l="l" t="t" r="r" b="b"/>
                <a:pathLst>
                  <a:path w="14" h="15" extrusionOk="0">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5" name="Google Shape;745;p13"/>
              <p:cNvSpPr/>
              <p:nvPr/>
            </p:nvSpPr>
            <p:spPr>
              <a:xfrm>
                <a:off x="5311668" y="3507847"/>
                <a:ext cx="632979" cy="219516"/>
              </a:xfrm>
              <a:custGeom>
                <a:avLst/>
                <a:gdLst/>
                <a:ahLst/>
                <a:cxnLst/>
                <a:rect l="l" t="t" r="r" b="b"/>
                <a:pathLst>
                  <a:path w="297" h="103" extrusionOk="0">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46" name="Google Shape;746;p13"/>
            <p:cNvGrpSpPr/>
            <p:nvPr/>
          </p:nvGrpSpPr>
          <p:grpSpPr>
            <a:xfrm rot="-5400000">
              <a:off x="7985115" y="-515155"/>
              <a:ext cx="1493520" cy="615774"/>
              <a:chOff x="5301012" y="396272"/>
              <a:chExt cx="935614" cy="385751"/>
            </a:xfrm>
          </p:grpSpPr>
          <p:sp>
            <p:nvSpPr>
              <p:cNvPr id="747" name="Google Shape;747;p13"/>
              <p:cNvSpPr/>
              <p:nvPr/>
            </p:nvSpPr>
            <p:spPr>
              <a:xfrm>
                <a:off x="6202525" y="396272"/>
                <a:ext cx="34100" cy="34099"/>
              </a:xfrm>
              <a:custGeom>
                <a:avLst/>
                <a:gdLst/>
                <a:ahLst/>
                <a:cxnLst/>
                <a:rect l="l" t="t" r="r" b="b"/>
                <a:pathLst>
                  <a:path w="15" h="15" extrusionOk="0">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8" name="Google Shape;748;p13"/>
              <p:cNvSpPr/>
              <p:nvPr/>
            </p:nvSpPr>
            <p:spPr>
              <a:xfrm>
                <a:off x="5301012" y="750054"/>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9" name="Google Shape;749;p13"/>
              <p:cNvSpPr/>
              <p:nvPr/>
            </p:nvSpPr>
            <p:spPr>
              <a:xfrm>
                <a:off x="5322324" y="426109"/>
                <a:ext cx="903645" cy="336732"/>
              </a:xfrm>
              <a:custGeom>
                <a:avLst/>
                <a:gdLst/>
                <a:ahLst/>
                <a:cxnLst/>
                <a:rect l="l" t="t" r="r" b="b"/>
                <a:pathLst>
                  <a:path w="424" h="158" extrusionOk="0">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50" name="Google Shape;750;p13"/>
            <p:cNvGrpSpPr/>
            <p:nvPr/>
          </p:nvGrpSpPr>
          <p:grpSpPr>
            <a:xfrm rot="-5400000">
              <a:off x="2676115" y="5322495"/>
              <a:ext cx="1493520" cy="615774"/>
              <a:chOff x="5301012" y="396272"/>
              <a:chExt cx="935614" cy="385751"/>
            </a:xfrm>
          </p:grpSpPr>
          <p:sp>
            <p:nvSpPr>
              <p:cNvPr id="751" name="Google Shape;751;p13"/>
              <p:cNvSpPr/>
              <p:nvPr/>
            </p:nvSpPr>
            <p:spPr>
              <a:xfrm>
                <a:off x="6202525" y="396272"/>
                <a:ext cx="34100" cy="34099"/>
              </a:xfrm>
              <a:custGeom>
                <a:avLst/>
                <a:gdLst/>
                <a:ahLst/>
                <a:cxnLst/>
                <a:rect l="l" t="t" r="r" b="b"/>
                <a:pathLst>
                  <a:path w="15" h="15" extrusionOk="0">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2" name="Google Shape;752;p13"/>
              <p:cNvSpPr/>
              <p:nvPr/>
            </p:nvSpPr>
            <p:spPr>
              <a:xfrm>
                <a:off x="5301012" y="750054"/>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3" name="Google Shape;753;p13"/>
              <p:cNvSpPr/>
              <p:nvPr/>
            </p:nvSpPr>
            <p:spPr>
              <a:xfrm>
                <a:off x="5322324" y="426109"/>
                <a:ext cx="903645" cy="336732"/>
              </a:xfrm>
              <a:custGeom>
                <a:avLst/>
                <a:gdLst/>
                <a:ahLst/>
                <a:cxnLst/>
                <a:rect l="l" t="t" r="r" b="b"/>
                <a:pathLst>
                  <a:path w="424" h="158" extrusionOk="0">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700"/>
        <p:cNvGrpSpPr/>
        <p:nvPr/>
      </p:nvGrpSpPr>
      <p:grpSpPr>
        <a:xfrm>
          <a:off x="0" y="0"/>
          <a:ext cx="0" cy="0"/>
          <a:chOff x="0" y="0"/>
          <a:chExt cx="0" cy="0"/>
        </a:xfrm>
      </p:grpSpPr>
      <p:pic>
        <p:nvPicPr>
          <p:cNvPr id="1701" name="Google Shape;1701;p27"/>
          <p:cNvPicPr preferRelativeResize="0"/>
          <p:nvPr/>
        </p:nvPicPr>
        <p:blipFill rotWithShape="1">
          <a:blip r:embed="rId2">
            <a:alphaModFix/>
          </a:blip>
          <a:srcRect r="990" b="901"/>
          <a:stretch/>
        </p:blipFill>
        <p:spPr>
          <a:xfrm>
            <a:off x="0" y="0"/>
            <a:ext cx="9144003" cy="5143500"/>
          </a:xfrm>
          <a:prstGeom prst="rect">
            <a:avLst/>
          </a:prstGeom>
          <a:noFill/>
          <a:ln>
            <a:noFill/>
          </a:ln>
        </p:spPr>
      </p:pic>
      <p:grpSp>
        <p:nvGrpSpPr>
          <p:cNvPr id="1702" name="Google Shape;1702;p27"/>
          <p:cNvGrpSpPr/>
          <p:nvPr/>
        </p:nvGrpSpPr>
        <p:grpSpPr>
          <a:xfrm rot="10800000" flipH="1">
            <a:off x="744821" y="-484375"/>
            <a:ext cx="8262669" cy="6318414"/>
            <a:chOff x="744821" y="-576378"/>
            <a:chExt cx="8262669" cy="6318414"/>
          </a:xfrm>
        </p:grpSpPr>
        <p:grpSp>
          <p:nvGrpSpPr>
            <p:cNvPr id="1703" name="Google Shape;1703;p27"/>
            <p:cNvGrpSpPr/>
            <p:nvPr/>
          </p:nvGrpSpPr>
          <p:grpSpPr>
            <a:xfrm>
              <a:off x="6850580" y="4492208"/>
              <a:ext cx="2156910" cy="506908"/>
              <a:chOff x="4891825" y="3495059"/>
              <a:chExt cx="1351193" cy="317552"/>
            </a:xfrm>
          </p:grpSpPr>
          <p:sp>
            <p:nvSpPr>
              <p:cNvPr id="1704" name="Google Shape;1704;p27"/>
              <p:cNvSpPr/>
              <p:nvPr/>
            </p:nvSpPr>
            <p:spPr>
              <a:xfrm>
                <a:off x="6208918" y="3706050"/>
                <a:ext cx="34100" cy="31969"/>
              </a:xfrm>
              <a:custGeom>
                <a:avLst/>
                <a:gdLst/>
                <a:ahLst/>
                <a:cxnLst/>
                <a:rect l="l" t="t" r="r" b="b"/>
                <a:pathLst>
                  <a:path w="15" h="15" extrusionOk="0">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5" name="Google Shape;1705;p27"/>
              <p:cNvSpPr/>
              <p:nvPr/>
            </p:nvSpPr>
            <p:spPr>
              <a:xfrm>
                <a:off x="4891825" y="3584575"/>
                <a:ext cx="29825" cy="29825"/>
              </a:xfrm>
              <a:custGeom>
                <a:avLst/>
                <a:gdLst/>
                <a:ahLst/>
                <a:cxnLst/>
                <a:rect l="l" t="t" r="r" b="b"/>
                <a:pathLst>
                  <a:path w="15" h="14" extrusionOk="0">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6" name="Google Shape;1706;p27"/>
              <p:cNvSpPr/>
              <p:nvPr/>
            </p:nvSpPr>
            <p:spPr>
              <a:xfrm>
                <a:off x="4917389" y="3595227"/>
                <a:ext cx="1295792" cy="217384"/>
              </a:xfrm>
              <a:custGeom>
                <a:avLst/>
                <a:gdLst/>
                <a:ahLst/>
                <a:cxnLst/>
                <a:rect l="l" t="t" r="r" b="b"/>
                <a:pathLst>
                  <a:path w="608" h="102" extrusionOk="0">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7" name="Google Shape;1707;p27"/>
              <p:cNvSpPr/>
              <p:nvPr/>
            </p:nvSpPr>
            <p:spPr>
              <a:xfrm>
                <a:off x="5933990" y="3716706"/>
                <a:ext cx="31969" cy="34099"/>
              </a:xfrm>
              <a:custGeom>
                <a:avLst/>
                <a:gdLst/>
                <a:ahLst/>
                <a:cxnLst/>
                <a:rect l="l" t="t" r="r" b="b"/>
                <a:pathLst>
                  <a:path w="14" h="15" extrusionOk="0">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8" name="Google Shape;1708;p27"/>
              <p:cNvSpPr/>
              <p:nvPr/>
            </p:nvSpPr>
            <p:spPr>
              <a:xfrm>
                <a:off x="5286094" y="3495059"/>
                <a:ext cx="29837" cy="31969"/>
              </a:xfrm>
              <a:custGeom>
                <a:avLst/>
                <a:gdLst/>
                <a:ahLst/>
                <a:cxnLst/>
                <a:rect l="l" t="t" r="r" b="b"/>
                <a:pathLst>
                  <a:path w="14" h="15" extrusionOk="0">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9" name="Google Shape;1709;p27"/>
              <p:cNvSpPr/>
              <p:nvPr/>
            </p:nvSpPr>
            <p:spPr>
              <a:xfrm>
                <a:off x="5311668" y="3507847"/>
                <a:ext cx="632979" cy="219516"/>
              </a:xfrm>
              <a:custGeom>
                <a:avLst/>
                <a:gdLst/>
                <a:ahLst/>
                <a:cxnLst/>
                <a:rect l="l" t="t" r="r" b="b"/>
                <a:pathLst>
                  <a:path w="297" h="103" extrusionOk="0">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10" name="Google Shape;1710;p27"/>
            <p:cNvGrpSpPr/>
            <p:nvPr/>
          </p:nvGrpSpPr>
          <p:grpSpPr>
            <a:xfrm>
              <a:off x="744821" y="-576378"/>
              <a:ext cx="204128" cy="1115878"/>
              <a:chOff x="6605329" y="191675"/>
              <a:chExt cx="127876" cy="699040"/>
            </a:xfrm>
          </p:grpSpPr>
          <p:sp>
            <p:nvSpPr>
              <p:cNvPr id="1711" name="Google Shape;1711;p27"/>
              <p:cNvSpPr/>
              <p:nvPr/>
            </p:nvSpPr>
            <p:spPr>
              <a:xfrm>
                <a:off x="6701235" y="858746"/>
                <a:ext cx="31969" cy="31969"/>
              </a:xfrm>
              <a:custGeom>
                <a:avLst/>
                <a:gdLst/>
                <a:ahLst/>
                <a:cxnLst/>
                <a:rect l="l" t="t" r="r" b="b"/>
                <a:pathLst>
                  <a:path w="15" h="14" extrusionOk="0">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2" name="Google Shape;1712;p27"/>
              <p:cNvSpPr/>
              <p:nvPr/>
            </p:nvSpPr>
            <p:spPr>
              <a:xfrm>
                <a:off x="6605329" y="191675"/>
                <a:ext cx="115087" cy="671334"/>
              </a:xfrm>
              <a:custGeom>
                <a:avLst/>
                <a:gdLst/>
                <a:ahLst/>
                <a:cxnLst/>
                <a:rect l="l" t="t" r="r" b="b"/>
                <a:pathLst>
                  <a:path w="54" h="315" extrusionOk="0">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13" name="Google Shape;1713;p27"/>
            <p:cNvGrpSpPr/>
            <p:nvPr/>
          </p:nvGrpSpPr>
          <p:grpSpPr>
            <a:xfrm>
              <a:off x="1204715" y="-158755"/>
              <a:ext cx="1493520" cy="615774"/>
              <a:chOff x="5301012" y="396272"/>
              <a:chExt cx="935614" cy="385751"/>
            </a:xfrm>
          </p:grpSpPr>
          <p:sp>
            <p:nvSpPr>
              <p:cNvPr id="1714" name="Google Shape;1714;p27"/>
              <p:cNvSpPr/>
              <p:nvPr/>
            </p:nvSpPr>
            <p:spPr>
              <a:xfrm>
                <a:off x="6202525" y="396272"/>
                <a:ext cx="34100" cy="34099"/>
              </a:xfrm>
              <a:custGeom>
                <a:avLst/>
                <a:gdLst/>
                <a:ahLst/>
                <a:cxnLst/>
                <a:rect l="l" t="t" r="r" b="b"/>
                <a:pathLst>
                  <a:path w="15" h="15" extrusionOk="0">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5" name="Google Shape;1715;p27"/>
              <p:cNvSpPr/>
              <p:nvPr/>
            </p:nvSpPr>
            <p:spPr>
              <a:xfrm>
                <a:off x="5301012" y="750054"/>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6" name="Google Shape;1716;p27"/>
              <p:cNvSpPr/>
              <p:nvPr/>
            </p:nvSpPr>
            <p:spPr>
              <a:xfrm>
                <a:off x="5322324" y="426109"/>
                <a:ext cx="903645" cy="336732"/>
              </a:xfrm>
              <a:custGeom>
                <a:avLst/>
                <a:gdLst/>
                <a:ahLst/>
                <a:cxnLst/>
                <a:rect l="l" t="t" r="r" b="b"/>
                <a:pathLst>
                  <a:path w="424" h="158" extrusionOk="0">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17" name="Google Shape;1717;p27"/>
            <p:cNvGrpSpPr/>
            <p:nvPr/>
          </p:nvGrpSpPr>
          <p:grpSpPr>
            <a:xfrm>
              <a:off x="7838933" y="159032"/>
              <a:ext cx="1064856" cy="813093"/>
              <a:chOff x="3843246" y="357910"/>
              <a:chExt cx="667078" cy="509361"/>
            </a:xfrm>
          </p:grpSpPr>
          <p:sp>
            <p:nvSpPr>
              <p:cNvPr id="1718" name="Google Shape;1718;p27"/>
              <p:cNvSpPr/>
              <p:nvPr/>
            </p:nvSpPr>
            <p:spPr>
              <a:xfrm>
                <a:off x="3870952" y="385616"/>
                <a:ext cx="626584" cy="471000"/>
              </a:xfrm>
              <a:custGeom>
                <a:avLst/>
                <a:gdLst/>
                <a:ahLst/>
                <a:cxnLst/>
                <a:rect l="l" t="t" r="r" b="b"/>
                <a:pathLst>
                  <a:path w="294" h="221" extrusionOk="0">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9" name="Google Shape;1719;p27"/>
              <p:cNvSpPr/>
              <p:nvPr/>
            </p:nvSpPr>
            <p:spPr>
              <a:xfrm>
                <a:off x="3843246" y="835302"/>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0" name="Google Shape;1720;p27"/>
              <p:cNvSpPr/>
              <p:nvPr/>
            </p:nvSpPr>
            <p:spPr>
              <a:xfrm>
                <a:off x="4478354" y="357910"/>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21" name="Google Shape;1721;p27"/>
            <p:cNvGrpSpPr/>
            <p:nvPr/>
          </p:nvGrpSpPr>
          <p:grpSpPr>
            <a:xfrm>
              <a:off x="7099018" y="-57203"/>
              <a:ext cx="1337026" cy="826702"/>
              <a:chOff x="3421261" y="191675"/>
              <a:chExt cx="837578" cy="517886"/>
            </a:xfrm>
          </p:grpSpPr>
          <p:sp>
            <p:nvSpPr>
              <p:cNvPr id="1722" name="Google Shape;1722;p27"/>
              <p:cNvSpPr/>
              <p:nvPr/>
            </p:nvSpPr>
            <p:spPr>
              <a:xfrm>
                <a:off x="3421261" y="679724"/>
                <a:ext cx="31969" cy="29837"/>
              </a:xfrm>
              <a:custGeom>
                <a:avLst/>
                <a:gdLst/>
                <a:ahLst/>
                <a:cxnLst/>
                <a:rect l="l" t="t" r="r" b="b"/>
                <a:pathLst>
                  <a:path w="14" h="14" extrusionOk="0">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3" name="Google Shape;1723;p27"/>
              <p:cNvSpPr/>
              <p:nvPr/>
            </p:nvSpPr>
            <p:spPr>
              <a:xfrm>
                <a:off x="3442573" y="191675"/>
                <a:ext cx="816266" cy="498704"/>
              </a:xfrm>
              <a:custGeom>
                <a:avLst/>
                <a:gdLst/>
                <a:ahLst/>
                <a:cxnLst/>
                <a:rect l="l" t="t" r="r" b="b"/>
                <a:pathLst>
                  <a:path w="383" h="234" extrusionOk="0">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24" name="Google Shape;1724;p27"/>
            <p:cNvGrpSpPr/>
            <p:nvPr/>
          </p:nvGrpSpPr>
          <p:grpSpPr>
            <a:xfrm flipH="1">
              <a:off x="1029578" y="4404023"/>
              <a:ext cx="619332" cy="1338013"/>
              <a:chOff x="6850421" y="775628"/>
              <a:chExt cx="398541" cy="861012"/>
            </a:xfrm>
          </p:grpSpPr>
          <p:sp>
            <p:nvSpPr>
              <p:cNvPr id="1725" name="Google Shape;1725;p27"/>
              <p:cNvSpPr/>
              <p:nvPr/>
            </p:nvSpPr>
            <p:spPr>
              <a:xfrm>
                <a:off x="6850421" y="1604672"/>
                <a:ext cx="34100" cy="31969"/>
              </a:xfrm>
              <a:custGeom>
                <a:avLst/>
                <a:gdLst/>
                <a:ahLst/>
                <a:cxnLst/>
                <a:rect l="l" t="t" r="r" b="b"/>
                <a:pathLst>
                  <a:path w="15" h="15" extrusionOk="0">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6" name="Google Shape;1726;p27"/>
              <p:cNvSpPr/>
              <p:nvPr/>
            </p:nvSpPr>
            <p:spPr>
              <a:xfrm>
                <a:off x="7138138" y="775628"/>
                <a:ext cx="31969" cy="31969"/>
              </a:xfrm>
              <a:custGeom>
                <a:avLst/>
                <a:gdLst/>
                <a:ahLst/>
                <a:cxnLst/>
                <a:rect l="l" t="t" r="r" b="b"/>
                <a:pathLst>
                  <a:path w="14" h="14" extrusionOk="0">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7" name="Google Shape;1727;p27"/>
              <p:cNvSpPr/>
              <p:nvPr/>
            </p:nvSpPr>
            <p:spPr>
              <a:xfrm>
                <a:off x="6861077" y="794810"/>
                <a:ext cx="387885" cy="814124"/>
              </a:xfrm>
              <a:custGeom>
                <a:avLst/>
                <a:gdLst/>
                <a:ahLst/>
                <a:cxnLst/>
                <a:rect l="l" t="t" r="r" b="b"/>
                <a:pathLst>
                  <a:path w="182" h="382" extrusionOk="0">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28" name="Google Shape;1728;p27"/>
            <p:cNvGrpSpPr/>
            <p:nvPr/>
          </p:nvGrpSpPr>
          <p:grpSpPr>
            <a:xfrm>
              <a:off x="4984595" y="4666482"/>
              <a:ext cx="1064856" cy="813093"/>
              <a:chOff x="3843246" y="357910"/>
              <a:chExt cx="667078" cy="509361"/>
            </a:xfrm>
          </p:grpSpPr>
          <p:sp>
            <p:nvSpPr>
              <p:cNvPr id="1729" name="Google Shape;1729;p27"/>
              <p:cNvSpPr/>
              <p:nvPr/>
            </p:nvSpPr>
            <p:spPr>
              <a:xfrm>
                <a:off x="3870952" y="385616"/>
                <a:ext cx="626584" cy="471000"/>
              </a:xfrm>
              <a:custGeom>
                <a:avLst/>
                <a:gdLst/>
                <a:ahLst/>
                <a:cxnLst/>
                <a:rect l="l" t="t" r="r" b="b"/>
                <a:pathLst>
                  <a:path w="294" h="221" extrusionOk="0">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0" name="Google Shape;1730;p27"/>
              <p:cNvSpPr/>
              <p:nvPr/>
            </p:nvSpPr>
            <p:spPr>
              <a:xfrm>
                <a:off x="3843246" y="835302"/>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1" name="Google Shape;1731;p27"/>
              <p:cNvSpPr/>
              <p:nvPr/>
            </p:nvSpPr>
            <p:spPr>
              <a:xfrm>
                <a:off x="4478354" y="357910"/>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732" name="Google Shape;1732;p27"/>
          <p:cNvGrpSpPr/>
          <p:nvPr/>
        </p:nvGrpSpPr>
        <p:grpSpPr>
          <a:xfrm>
            <a:off x="-1154425" y="-1070264"/>
            <a:ext cx="11376875" cy="7251925"/>
            <a:chOff x="-1203475" y="-1222225"/>
            <a:chExt cx="11376875" cy="7251925"/>
          </a:xfrm>
        </p:grpSpPr>
        <p:sp>
          <p:nvSpPr>
            <p:cNvPr id="1733" name="Google Shape;1733;p27"/>
            <p:cNvSpPr/>
            <p:nvPr/>
          </p:nvSpPr>
          <p:spPr>
            <a:xfrm>
              <a:off x="-850925" y="723600"/>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34" name="Google Shape;1734;p27"/>
            <p:cNvSpPr/>
            <p:nvPr/>
          </p:nvSpPr>
          <p:spPr>
            <a:xfrm>
              <a:off x="-1203475" y="970035"/>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35" name="Google Shape;1735;p27"/>
            <p:cNvSpPr/>
            <p:nvPr/>
          </p:nvSpPr>
          <p:spPr>
            <a:xfrm rot="5400000">
              <a:off x="5599650" y="5268000"/>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36" name="Google Shape;1736;p27"/>
            <p:cNvSpPr/>
            <p:nvPr/>
          </p:nvSpPr>
          <p:spPr>
            <a:xfrm rot="5400000">
              <a:off x="3064800" y="-566725"/>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37" name="Google Shape;1737;p27"/>
            <p:cNvSpPr/>
            <p:nvPr/>
          </p:nvSpPr>
          <p:spPr>
            <a:xfrm rot="10800000">
              <a:off x="8496500" y="3095161"/>
              <a:ext cx="1417200" cy="106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38" name="Google Shape;1738;p27"/>
            <p:cNvSpPr/>
            <p:nvPr/>
          </p:nvSpPr>
          <p:spPr>
            <a:xfrm rot="10800000">
              <a:off x="8756200" y="2847912"/>
              <a:ext cx="1417200" cy="106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739" name="Google Shape;1739;p27"/>
          <p:cNvGrpSpPr/>
          <p:nvPr/>
        </p:nvGrpSpPr>
        <p:grpSpPr>
          <a:xfrm>
            <a:off x="380020" y="153613"/>
            <a:ext cx="8496430" cy="4774098"/>
            <a:chOff x="380020" y="153613"/>
            <a:chExt cx="8496430" cy="4774098"/>
          </a:xfrm>
        </p:grpSpPr>
        <p:grpSp>
          <p:nvGrpSpPr>
            <p:cNvPr id="1740" name="Google Shape;1740;p27"/>
            <p:cNvGrpSpPr/>
            <p:nvPr/>
          </p:nvGrpSpPr>
          <p:grpSpPr>
            <a:xfrm>
              <a:off x="481900" y="3280551"/>
              <a:ext cx="130200" cy="126125"/>
              <a:chOff x="-4441750" y="34450"/>
              <a:chExt cx="130200" cy="126125"/>
            </a:xfrm>
          </p:grpSpPr>
          <p:sp>
            <p:nvSpPr>
              <p:cNvPr id="1741" name="Google Shape;1741;p27"/>
              <p:cNvSpPr/>
              <p:nvPr/>
            </p:nvSpPr>
            <p:spPr>
              <a:xfrm>
                <a:off x="-4441750" y="3445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42" name="Google Shape;1742;p27"/>
              <p:cNvSpPr/>
              <p:nvPr/>
            </p:nvSpPr>
            <p:spPr>
              <a:xfrm>
                <a:off x="-4376650" y="6865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43" name="Google Shape;1743;p27"/>
              <p:cNvSpPr/>
              <p:nvPr/>
            </p:nvSpPr>
            <p:spPr>
              <a:xfrm>
                <a:off x="-4441750" y="1041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744" name="Google Shape;1744;p27"/>
            <p:cNvGrpSpPr/>
            <p:nvPr/>
          </p:nvGrpSpPr>
          <p:grpSpPr>
            <a:xfrm>
              <a:off x="380020" y="571430"/>
              <a:ext cx="101875" cy="134875"/>
              <a:chOff x="3928495" y="333391"/>
              <a:chExt cx="101875" cy="134875"/>
            </a:xfrm>
          </p:grpSpPr>
          <p:grpSp>
            <p:nvGrpSpPr>
              <p:cNvPr id="1745" name="Google Shape;1745;p27"/>
              <p:cNvGrpSpPr/>
              <p:nvPr/>
            </p:nvGrpSpPr>
            <p:grpSpPr>
              <a:xfrm>
                <a:off x="3928495" y="379241"/>
                <a:ext cx="44700" cy="42600"/>
                <a:chOff x="3928495" y="379241"/>
                <a:chExt cx="44700" cy="42600"/>
              </a:xfrm>
            </p:grpSpPr>
            <p:sp>
              <p:nvSpPr>
                <p:cNvPr id="1746" name="Google Shape;1746;p27"/>
                <p:cNvSpPr/>
                <p:nvPr/>
              </p:nvSpPr>
              <p:spPr>
                <a:xfrm>
                  <a:off x="3928495" y="396272"/>
                  <a:ext cx="44700" cy="8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7" name="Google Shape;1747;p27"/>
                <p:cNvSpPr/>
                <p:nvPr/>
              </p:nvSpPr>
              <p:spPr>
                <a:xfrm>
                  <a:off x="3946802" y="379241"/>
                  <a:ext cx="8100" cy="426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48" name="Google Shape;1748;p27"/>
              <p:cNvGrpSpPr/>
              <p:nvPr/>
            </p:nvGrpSpPr>
            <p:grpSpPr>
              <a:xfrm>
                <a:off x="3985670" y="425666"/>
                <a:ext cx="44700" cy="42600"/>
                <a:chOff x="3928495" y="379241"/>
                <a:chExt cx="44700" cy="42600"/>
              </a:xfrm>
            </p:grpSpPr>
            <p:sp>
              <p:nvSpPr>
                <p:cNvPr id="1749" name="Google Shape;1749;p27"/>
                <p:cNvSpPr/>
                <p:nvPr/>
              </p:nvSpPr>
              <p:spPr>
                <a:xfrm>
                  <a:off x="3928495" y="396272"/>
                  <a:ext cx="44700" cy="8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0" name="Google Shape;1750;p27"/>
                <p:cNvSpPr/>
                <p:nvPr/>
              </p:nvSpPr>
              <p:spPr>
                <a:xfrm>
                  <a:off x="3946802" y="379241"/>
                  <a:ext cx="8100" cy="426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51" name="Google Shape;1751;p27"/>
              <p:cNvGrpSpPr/>
              <p:nvPr/>
            </p:nvGrpSpPr>
            <p:grpSpPr>
              <a:xfrm>
                <a:off x="3985670" y="333391"/>
                <a:ext cx="44700" cy="42600"/>
                <a:chOff x="3928495" y="379241"/>
                <a:chExt cx="44700" cy="42600"/>
              </a:xfrm>
            </p:grpSpPr>
            <p:sp>
              <p:nvSpPr>
                <p:cNvPr id="1752" name="Google Shape;1752;p27"/>
                <p:cNvSpPr/>
                <p:nvPr/>
              </p:nvSpPr>
              <p:spPr>
                <a:xfrm>
                  <a:off x="3928495" y="396272"/>
                  <a:ext cx="44700" cy="81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3" name="Google Shape;1753;p27"/>
                <p:cNvSpPr/>
                <p:nvPr/>
              </p:nvSpPr>
              <p:spPr>
                <a:xfrm>
                  <a:off x="3946802" y="379241"/>
                  <a:ext cx="8100" cy="426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754" name="Google Shape;1754;p27"/>
            <p:cNvGrpSpPr/>
            <p:nvPr/>
          </p:nvGrpSpPr>
          <p:grpSpPr>
            <a:xfrm>
              <a:off x="1668775" y="4808638"/>
              <a:ext cx="445675" cy="119073"/>
              <a:chOff x="3578973" y="2550931"/>
              <a:chExt cx="279193" cy="74593"/>
            </a:xfrm>
          </p:grpSpPr>
          <p:sp>
            <p:nvSpPr>
              <p:cNvPr id="1755" name="Google Shape;1755;p27"/>
              <p:cNvSpPr/>
              <p:nvPr/>
            </p:nvSpPr>
            <p:spPr>
              <a:xfrm>
                <a:off x="3578973" y="2550931"/>
                <a:ext cx="42625" cy="74593"/>
              </a:xfrm>
              <a:custGeom>
                <a:avLst/>
                <a:gdLst/>
                <a:ahLst/>
                <a:cxnLst/>
                <a:rect l="l" t="t" r="r" b="b"/>
                <a:pathLst>
                  <a:path w="20" h="35" extrusionOk="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6" name="Google Shape;1756;p27"/>
              <p:cNvSpPr/>
              <p:nvPr/>
            </p:nvSpPr>
            <p:spPr>
              <a:xfrm>
                <a:off x="3636518"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7" name="Google Shape;1757;p27"/>
              <p:cNvSpPr/>
              <p:nvPr/>
            </p:nvSpPr>
            <p:spPr>
              <a:xfrm>
                <a:off x="3698323" y="2550931"/>
                <a:ext cx="42625" cy="74593"/>
              </a:xfrm>
              <a:custGeom>
                <a:avLst/>
                <a:gdLst/>
                <a:ahLst/>
                <a:cxnLst/>
                <a:rect l="l" t="t" r="r" b="b"/>
                <a:pathLst>
                  <a:path w="20" h="35" extrusionOk="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8" name="Google Shape;1758;p27"/>
              <p:cNvSpPr/>
              <p:nvPr/>
            </p:nvSpPr>
            <p:spPr>
              <a:xfrm>
                <a:off x="3755867"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9" name="Google Shape;1759;p27"/>
              <p:cNvSpPr/>
              <p:nvPr/>
            </p:nvSpPr>
            <p:spPr>
              <a:xfrm>
                <a:off x="3813410" y="2550931"/>
                <a:ext cx="44757" cy="74593"/>
              </a:xfrm>
              <a:custGeom>
                <a:avLst/>
                <a:gdLst/>
                <a:ahLst/>
                <a:cxnLst/>
                <a:rect l="l" t="t" r="r" b="b"/>
                <a:pathLst>
                  <a:path w="21" h="35" extrusionOk="0">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0" name="Google Shape;1760;p27"/>
              <p:cNvSpPr/>
              <p:nvPr/>
            </p:nvSpPr>
            <p:spPr>
              <a:xfrm>
                <a:off x="3578973" y="2550931"/>
                <a:ext cx="42625" cy="74593"/>
              </a:xfrm>
              <a:custGeom>
                <a:avLst/>
                <a:gdLst/>
                <a:ahLst/>
                <a:cxnLst/>
                <a:rect l="l" t="t" r="r" b="b"/>
                <a:pathLst>
                  <a:path w="20" h="35" extrusionOk="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1" name="Google Shape;1761;p27"/>
              <p:cNvSpPr/>
              <p:nvPr/>
            </p:nvSpPr>
            <p:spPr>
              <a:xfrm>
                <a:off x="3636518"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2" name="Google Shape;1762;p27"/>
              <p:cNvSpPr/>
              <p:nvPr/>
            </p:nvSpPr>
            <p:spPr>
              <a:xfrm>
                <a:off x="3698323" y="2550931"/>
                <a:ext cx="42625" cy="74593"/>
              </a:xfrm>
              <a:custGeom>
                <a:avLst/>
                <a:gdLst/>
                <a:ahLst/>
                <a:cxnLst/>
                <a:rect l="l" t="t" r="r" b="b"/>
                <a:pathLst>
                  <a:path w="20" h="35" extrusionOk="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3" name="Google Shape;1763;p27"/>
              <p:cNvSpPr/>
              <p:nvPr/>
            </p:nvSpPr>
            <p:spPr>
              <a:xfrm>
                <a:off x="3755867"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4" name="Google Shape;1764;p27"/>
              <p:cNvSpPr/>
              <p:nvPr/>
            </p:nvSpPr>
            <p:spPr>
              <a:xfrm>
                <a:off x="3813410" y="2550931"/>
                <a:ext cx="44757" cy="74593"/>
              </a:xfrm>
              <a:custGeom>
                <a:avLst/>
                <a:gdLst/>
                <a:ahLst/>
                <a:cxnLst/>
                <a:rect l="l" t="t" r="r" b="b"/>
                <a:pathLst>
                  <a:path w="21" h="35" extrusionOk="0">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65" name="Google Shape;1765;p27"/>
            <p:cNvGrpSpPr/>
            <p:nvPr/>
          </p:nvGrpSpPr>
          <p:grpSpPr>
            <a:xfrm>
              <a:off x="7632725" y="153613"/>
              <a:ext cx="130200" cy="126125"/>
              <a:chOff x="3935725" y="167575"/>
              <a:chExt cx="130200" cy="126125"/>
            </a:xfrm>
          </p:grpSpPr>
          <p:sp>
            <p:nvSpPr>
              <p:cNvPr id="1766" name="Google Shape;1766;p27"/>
              <p:cNvSpPr/>
              <p:nvPr/>
            </p:nvSpPr>
            <p:spPr>
              <a:xfrm>
                <a:off x="3935725" y="167575"/>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67" name="Google Shape;1767;p27"/>
              <p:cNvSpPr/>
              <p:nvPr/>
            </p:nvSpPr>
            <p:spPr>
              <a:xfrm>
                <a:off x="4000825" y="201775"/>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68" name="Google Shape;1768;p27"/>
              <p:cNvSpPr/>
              <p:nvPr/>
            </p:nvSpPr>
            <p:spPr>
              <a:xfrm>
                <a:off x="3935725" y="237300"/>
                <a:ext cx="65100" cy="56400"/>
              </a:xfrm>
              <a:prstGeom prst="hexagon">
                <a:avLst>
                  <a:gd name="adj" fmla="val 25000"/>
                  <a:gd name="vf" fmla="val 11547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769" name="Google Shape;1769;p27"/>
            <p:cNvGrpSpPr/>
            <p:nvPr/>
          </p:nvGrpSpPr>
          <p:grpSpPr>
            <a:xfrm flipH="1">
              <a:off x="1631171" y="247560"/>
              <a:ext cx="445675" cy="80822"/>
              <a:chOff x="6468929" y="3844579"/>
              <a:chExt cx="411329" cy="74593"/>
            </a:xfrm>
          </p:grpSpPr>
          <p:sp>
            <p:nvSpPr>
              <p:cNvPr id="1770" name="Google Shape;1770;p27"/>
              <p:cNvSpPr/>
              <p:nvPr/>
            </p:nvSpPr>
            <p:spPr>
              <a:xfrm>
                <a:off x="6814190" y="3848841"/>
                <a:ext cx="66069" cy="66068"/>
              </a:xfrm>
              <a:custGeom>
                <a:avLst/>
                <a:gdLst/>
                <a:ahLst/>
                <a:cxnLst/>
                <a:rect l="l" t="t" r="r" b="b"/>
                <a:pathLst>
                  <a:path w="29" h="29" extrusionOk="0">
                    <a:moveTo>
                      <a:pt x="2" y="14"/>
                    </a:moveTo>
                    <a:cubicBezTo>
                      <a:pt x="0" y="14"/>
                      <a:pt x="0" y="14"/>
                      <a:pt x="0" y="14"/>
                    </a:cubicBezTo>
                    <a:cubicBezTo>
                      <a:pt x="0" y="22"/>
                      <a:pt x="7" y="29"/>
                      <a:pt x="14" y="29"/>
                    </a:cubicBezTo>
                    <a:cubicBezTo>
                      <a:pt x="22" y="29"/>
                      <a:pt x="29" y="22"/>
                      <a:pt x="29" y="14"/>
                    </a:cubicBezTo>
                    <a:cubicBezTo>
                      <a:pt x="29" y="6"/>
                      <a:pt x="22" y="0"/>
                      <a:pt x="14" y="0"/>
                    </a:cubicBezTo>
                    <a:cubicBezTo>
                      <a:pt x="7" y="0"/>
                      <a:pt x="0" y="6"/>
                      <a:pt x="0" y="14"/>
                    </a:cubicBezTo>
                    <a:cubicBezTo>
                      <a:pt x="2" y="14"/>
                      <a:pt x="2" y="14"/>
                      <a:pt x="2" y="14"/>
                    </a:cubicBezTo>
                    <a:cubicBezTo>
                      <a:pt x="4" y="14"/>
                      <a:pt x="4" y="14"/>
                      <a:pt x="4" y="14"/>
                    </a:cubicBezTo>
                    <a:cubicBezTo>
                      <a:pt x="4" y="9"/>
                      <a:pt x="9" y="4"/>
                      <a:pt x="14" y="4"/>
                    </a:cubicBezTo>
                    <a:cubicBezTo>
                      <a:pt x="20" y="4"/>
                      <a:pt x="25" y="9"/>
                      <a:pt x="25" y="14"/>
                    </a:cubicBezTo>
                    <a:cubicBezTo>
                      <a:pt x="25" y="20"/>
                      <a:pt x="20" y="25"/>
                      <a:pt x="14" y="25"/>
                    </a:cubicBezTo>
                    <a:cubicBezTo>
                      <a:pt x="9" y="25"/>
                      <a:pt x="4" y="20"/>
                      <a:pt x="4" y="14"/>
                    </a:cubicBezTo>
                    <a:lnTo>
                      <a:pt x="2" y="1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1" name="Google Shape;1771;p27"/>
              <p:cNvSpPr/>
              <p:nvPr/>
            </p:nvSpPr>
            <p:spPr>
              <a:xfrm>
                <a:off x="6475324" y="3876548"/>
                <a:ext cx="343130" cy="8525"/>
              </a:xfrm>
              <a:custGeom>
                <a:avLst/>
                <a:gdLst/>
                <a:ahLst/>
                <a:cxnLst/>
                <a:rect l="l" t="t" r="r" b="b"/>
                <a:pathLst>
                  <a:path w="161" h="4" extrusionOk="0">
                    <a:moveTo>
                      <a:pt x="161" y="0"/>
                    </a:moveTo>
                    <a:lnTo>
                      <a:pt x="0" y="0"/>
                    </a:lnTo>
                    <a:lnTo>
                      <a:pt x="0" y="4"/>
                    </a:lnTo>
                    <a:lnTo>
                      <a:pt x="161"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2" name="Google Shape;1772;p27"/>
              <p:cNvSpPr/>
              <p:nvPr/>
            </p:nvSpPr>
            <p:spPr>
              <a:xfrm>
                <a:off x="6468929" y="3844579"/>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73" name="Google Shape;1773;p27"/>
            <p:cNvGrpSpPr/>
            <p:nvPr/>
          </p:nvGrpSpPr>
          <p:grpSpPr>
            <a:xfrm rot="10800000">
              <a:off x="8430775" y="1578188"/>
              <a:ext cx="445675" cy="119073"/>
              <a:chOff x="3578973" y="2550931"/>
              <a:chExt cx="279193" cy="74593"/>
            </a:xfrm>
          </p:grpSpPr>
          <p:sp>
            <p:nvSpPr>
              <p:cNvPr id="1774" name="Google Shape;1774;p27"/>
              <p:cNvSpPr/>
              <p:nvPr/>
            </p:nvSpPr>
            <p:spPr>
              <a:xfrm>
                <a:off x="3578973" y="2550931"/>
                <a:ext cx="42625" cy="74593"/>
              </a:xfrm>
              <a:custGeom>
                <a:avLst/>
                <a:gdLst/>
                <a:ahLst/>
                <a:cxnLst/>
                <a:rect l="l" t="t" r="r" b="b"/>
                <a:pathLst>
                  <a:path w="20" h="35" extrusionOk="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5" name="Google Shape;1775;p27"/>
              <p:cNvSpPr/>
              <p:nvPr/>
            </p:nvSpPr>
            <p:spPr>
              <a:xfrm>
                <a:off x="3636518"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6" name="Google Shape;1776;p27"/>
              <p:cNvSpPr/>
              <p:nvPr/>
            </p:nvSpPr>
            <p:spPr>
              <a:xfrm>
                <a:off x="3698323" y="2550931"/>
                <a:ext cx="42625" cy="74593"/>
              </a:xfrm>
              <a:custGeom>
                <a:avLst/>
                <a:gdLst/>
                <a:ahLst/>
                <a:cxnLst/>
                <a:rect l="l" t="t" r="r" b="b"/>
                <a:pathLst>
                  <a:path w="20" h="35" extrusionOk="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7" name="Google Shape;1777;p27"/>
              <p:cNvSpPr/>
              <p:nvPr/>
            </p:nvSpPr>
            <p:spPr>
              <a:xfrm>
                <a:off x="3755867"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8" name="Google Shape;1778;p27"/>
              <p:cNvSpPr/>
              <p:nvPr/>
            </p:nvSpPr>
            <p:spPr>
              <a:xfrm>
                <a:off x="3813410" y="2550931"/>
                <a:ext cx="44757" cy="74593"/>
              </a:xfrm>
              <a:custGeom>
                <a:avLst/>
                <a:gdLst/>
                <a:ahLst/>
                <a:cxnLst/>
                <a:rect l="l" t="t" r="r" b="b"/>
                <a:pathLst>
                  <a:path w="21" h="35" extrusionOk="0">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9" name="Google Shape;1779;p27"/>
              <p:cNvSpPr/>
              <p:nvPr/>
            </p:nvSpPr>
            <p:spPr>
              <a:xfrm>
                <a:off x="3578973" y="2550931"/>
                <a:ext cx="42625" cy="74593"/>
              </a:xfrm>
              <a:custGeom>
                <a:avLst/>
                <a:gdLst/>
                <a:ahLst/>
                <a:cxnLst/>
                <a:rect l="l" t="t" r="r" b="b"/>
                <a:pathLst>
                  <a:path w="20" h="35" extrusionOk="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0" name="Google Shape;1780;p27"/>
              <p:cNvSpPr/>
              <p:nvPr/>
            </p:nvSpPr>
            <p:spPr>
              <a:xfrm>
                <a:off x="3636518"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1" name="Google Shape;1781;p27"/>
              <p:cNvSpPr/>
              <p:nvPr/>
            </p:nvSpPr>
            <p:spPr>
              <a:xfrm>
                <a:off x="3698323" y="2550931"/>
                <a:ext cx="42625" cy="74593"/>
              </a:xfrm>
              <a:custGeom>
                <a:avLst/>
                <a:gdLst/>
                <a:ahLst/>
                <a:cxnLst/>
                <a:rect l="l" t="t" r="r" b="b"/>
                <a:pathLst>
                  <a:path w="20" h="35" extrusionOk="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2" name="Google Shape;1782;p27"/>
              <p:cNvSpPr/>
              <p:nvPr/>
            </p:nvSpPr>
            <p:spPr>
              <a:xfrm>
                <a:off x="3755867"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3" name="Google Shape;1783;p27"/>
              <p:cNvSpPr/>
              <p:nvPr/>
            </p:nvSpPr>
            <p:spPr>
              <a:xfrm>
                <a:off x="3813410" y="2550931"/>
                <a:ext cx="44757" cy="74593"/>
              </a:xfrm>
              <a:custGeom>
                <a:avLst/>
                <a:gdLst/>
                <a:ahLst/>
                <a:cxnLst/>
                <a:rect l="l" t="t" r="r" b="b"/>
                <a:pathLst>
                  <a:path w="21" h="35" extrusionOk="0">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784"/>
        <p:cNvGrpSpPr/>
        <p:nvPr/>
      </p:nvGrpSpPr>
      <p:grpSpPr>
        <a:xfrm>
          <a:off x="0" y="0"/>
          <a:ext cx="0" cy="0"/>
          <a:chOff x="0" y="0"/>
          <a:chExt cx="0" cy="0"/>
        </a:xfrm>
      </p:grpSpPr>
      <p:pic>
        <p:nvPicPr>
          <p:cNvPr id="1785" name="Google Shape;1785;p28"/>
          <p:cNvPicPr preferRelativeResize="0"/>
          <p:nvPr/>
        </p:nvPicPr>
        <p:blipFill rotWithShape="1">
          <a:blip r:embed="rId2">
            <a:alphaModFix/>
          </a:blip>
          <a:srcRect r="990" b="901"/>
          <a:stretch/>
        </p:blipFill>
        <p:spPr>
          <a:xfrm>
            <a:off x="0" y="0"/>
            <a:ext cx="9144003" cy="5143500"/>
          </a:xfrm>
          <a:prstGeom prst="rect">
            <a:avLst/>
          </a:prstGeom>
          <a:noFill/>
          <a:ln>
            <a:noFill/>
          </a:ln>
        </p:spPr>
      </p:pic>
      <p:grpSp>
        <p:nvGrpSpPr>
          <p:cNvPr id="1786" name="Google Shape;1786;p28"/>
          <p:cNvGrpSpPr/>
          <p:nvPr/>
        </p:nvGrpSpPr>
        <p:grpSpPr>
          <a:xfrm rot="10800000" flipH="1">
            <a:off x="-871550" y="-484364"/>
            <a:ext cx="11081975" cy="6703400"/>
            <a:chOff x="-871550" y="-1016375"/>
            <a:chExt cx="11081975" cy="6703400"/>
          </a:xfrm>
        </p:grpSpPr>
        <p:sp>
          <p:nvSpPr>
            <p:cNvPr id="1787" name="Google Shape;1787;p28"/>
            <p:cNvSpPr/>
            <p:nvPr/>
          </p:nvSpPr>
          <p:spPr>
            <a:xfrm>
              <a:off x="-387625" y="1914175"/>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88" name="Google Shape;1788;p28"/>
            <p:cNvSpPr/>
            <p:nvPr/>
          </p:nvSpPr>
          <p:spPr>
            <a:xfrm>
              <a:off x="-871550" y="2160610"/>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89" name="Google Shape;1789;p28"/>
            <p:cNvSpPr/>
            <p:nvPr/>
          </p:nvSpPr>
          <p:spPr>
            <a:xfrm rot="5400000">
              <a:off x="-109850" y="4925325"/>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90" name="Google Shape;1790;p28"/>
            <p:cNvSpPr/>
            <p:nvPr/>
          </p:nvSpPr>
          <p:spPr>
            <a:xfrm rot="5400000">
              <a:off x="5393950" y="-360875"/>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91" name="Google Shape;1791;p28"/>
            <p:cNvSpPr/>
            <p:nvPr/>
          </p:nvSpPr>
          <p:spPr>
            <a:xfrm rot="10800000">
              <a:off x="8309300" y="3531835"/>
              <a:ext cx="1417200" cy="1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792" name="Google Shape;1792;p28"/>
            <p:cNvSpPr/>
            <p:nvPr/>
          </p:nvSpPr>
          <p:spPr>
            <a:xfrm rot="10800000">
              <a:off x="8793225" y="3285400"/>
              <a:ext cx="1417200" cy="106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793" name="Google Shape;1793;p28"/>
          <p:cNvGrpSpPr/>
          <p:nvPr/>
        </p:nvGrpSpPr>
        <p:grpSpPr>
          <a:xfrm rot="10800000" flipH="1">
            <a:off x="-667955" y="-1128475"/>
            <a:ext cx="10232769" cy="6744764"/>
            <a:chOff x="-527805" y="-670853"/>
            <a:chExt cx="10232769" cy="6744764"/>
          </a:xfrm>
        </p:grpSpPr>
        <p:grpSp>
          <p:nvGrpSpPr>
            <p:cNvPr id="1794" name="Google Shape;1794;p28"/>
            <p:cNvGrpSpPr/>
            <p:nvPr/>
          </p:nvGrpSpPr>
          <p:grpSpPr>
            <a:xfrm>
              <a:off x="7118280" y="4681945"/>
              <a:ext cx="2156910" cy="506908"/>
              <a:chOff x="4891825" y="3495059"/>
              <a:chExt cx="1351193" cy="317552"/>
            </a:xfrm>
          </p:grpSpPr>
          <p:sp>
            <p:nvSpPr>
              <p:cNvPr id="1795" name="Google Shape;1795;p28"/>
              <p:cNvSpPr/>
              <p:nvPr/>
            </p:nvSpPr>
            <p:spPr>
              <a:xfrm>
                <a:off x="6208918" y="3706050"/>
                <a:ext cx="34100" cy="31969"/>
              </a:xfrm>
              <a:custGeom>
                <a:avLst/>
                <a:gdLst/>
                <a:ahLst/>
                <a:cxnLst/>
                <a:rect l="l" t="t" r="r" b="b"/>
                <a:pathLst>
                  <a:path w="15" h="15" extrusionOk="0">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6" name="Google Shape;1796;p28"/>
              <p:cNvSpPr/>
              <p:nvPr/>
            </p:nvSpPr>
            <p:spPr>
              <a:xfrm>
                <a:off x="4891825" y="3584575"/>
                <a:ext cx="29825" cy="29825"/>
              </a:xfrm>
              <a:custGeom>
                <a:avLst/>
                <a:gdLst/>
                <a:ahLst/>
                <a:cxnLst/>
                <a:rect l="l" t="t" r="r" b="b"/>
                <a:pathLst>
                  <a:path w="15" h="14" extrusionOk="0">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7" name="Google Shape;1797;p28"/>
              <p:cNvSpPr/>
              <p:nvPr/>
            </p:nvSpPr>
            <p:spPr>
              <a:xfrm>
                <a:off x="4917389" y="3595227"/>
                <a:ext cx="1295792" cy="217384"/>
              </a:xfrm>
              <a:custGeom>
                <a:avLst/>
                <a:gdLst/>
                <a:ahLst/>
                <a:cxnLst/>
                <a:rect l="l" t="t" r="r" b="b"/>
                <a:pathLst>
                  <a:path w="608" h="102" extrusionOk="0">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8" name="Google Shape;1798;p28"/>
              <p:cNvSpPr/>
              <p:nvPr/>
            </p:nvSpPr>
            <p:spPr>
              <a:xfrm>
                <a:off x="5933990" y="3716706"/>
                <a:ext cx="31969" cy="34099"/>
              </a:xfrm>
              <a:custGeom>
                <a:avLst/>
                <a:gdLst/>
                <a:ahLst/>
                <a:cxnLst/>
                <a:rect l="l" t="t" r="r" b="b"/>
                <a:pathLst>
                  <a:path w="14" h="15" extrusionOk="0">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9" name="Google Shape;1799;p28"/>
              <p:cNvSpPr/>
              <p:nvPr/>
            </p:nvSpPr>
            <p:spPr>
              <a:xfrm>
                <a:off x="5286094" y="3495059"/>
                <a:ext cx="29837" cy="31969"/>
              </a:xfrm>
              <a:custGeom>
                <a:avLst/>
                <a:gdLst/>
                <a:ahLst/>
                <a:cxnLst/>
                <a:rect l="l" t="t" r="r" b="b"/>
                <a:pathLst>
                  <a:path w="14" h="15" extrusionOk="0">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0" name="Google Shape;1800;p28"/>
              <p:cNvSpPr/>
              <p:nvPr/>
            </p:nvSpPr>
            <p:spPr>
              <a:xfrm>
                <a:off x="5311668" y="3507847"/>
                <a:ext cx="632979" cy="219516"/>
              </a:xfrm>
              <a:custGeom>
                <a:avLst/>
                <a:gdLst/>
                <a:ahLst/>
                <a:cxnLst/>
                <a:rect l="l" t="t" r="r" b="b"/>
                <a:pathLst>
                  <a:path w="297" h="103" extrusionOk="0">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01" name="Google Shape;1801;p28"/>
            <p:cNvGrpSpPr/>
            <p:nvPr/>
          </p:nvGrpSpPr>
          <p:grpSpPr>
            <a:xfrm>
              <a:off x="882321" y="-670853"/>
              <a:ext cx="204128" cy="1115878"/>
              <a:chOff x="6605329" y="191675"/>
              <a:chExt cx="127876" cy="699040"/>
            </a:xfrm>
          </p:grpSpPr>
          <p:sp>
            <p:nvSpPr>
              <p:cNvPr id="1802" name="Google Shape;1802;p28"/>
              <p:cNvSpPr/>
              <p:nvPr/>
            </p:nvSpPr>
            <p:spPr>
              <a:xfrm>
                <a:off x="6701235" y="858746"/>
                <a:ext cx="31969" cy="31969"/>
              </a:xfrm>
              <a:custGeom>
                <a:avLst/>
                <a:gdLst/>
                <a:ahLst/>
                <a:cxnLst/>
                <a:rect l="l" t="t" r="r" b="b"/>
                <a:pathLst>
                  <a:path w="15" h="14" extrusionOk="0">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3" name="Google Shape;1803;p28"/>
              <p:cNvSpPr/>
              <p:nvPr/>
            </p:nvSpPr>
            <p:spPr>
              <a:xfrm>
                <a:off x="6605329" y="191675"/>
                <a:ext cx="115087" cy="671334"/>
              </a:xfrm>
              <a:custGeom>
                <a:avLst/>
                <a:gdLst/>
                <a:ahLst/>
                <a:cxnLst/>
                <a:rect l="l" t="t" r="r" b="b"/>
                <a:pathLst>
                  <a:path w="54" h="315" extrusionOk="0">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04" name="Google Shape;1804;p28"/>
            <p:cNvGrpSpPr/>
            <p:nvPr/>
          </p:nvGrpSpPr>
          <p:grpSpPr>
            <a:xfrm>
              <a:off x="1342215" y="-264218"/>
              <a:ext cx="1493520" cy="615774"/>
              <a:chOff x="5301012" y="396272"/>
              <a:chExt cx="935614" cy="385751"/>
            </a:xfrm>
          </p:grpSpPr>
          <p:sp>
            <p:nvSpPr>
              <p:cNvPr id="1805" name="Google Shape;1805;p28"/>
              <p:cNvSpPr/>
              <p:nvPr/>
            </p:nvSpPr>
            <p:spPr>
              <a:xfrm>
                <a:off x="6202525" y="396272"/>
                <a:ext cx="34100" cy="34099"/>
              </a:xfrm>
              <a:custGeom>
                <a:avLst/>
                <a:gdLst/>
                <a:ahLst/>
                <a:cxnLst/>
                <a:rect l="l" t="t" r="r" b="b"/>
                <a:pathLst>
                  <a:path w="15" h="15" extrusionOk="0">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6" name="Google Shape;1806;p28"/>
              <p:cNvSpPr/>
              <p:nvPr/>
            </p:nvSpPr>
            <p:spPr>
              <a:xfrm>
                <a:off x="5301012" y="750054"/>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7" name="Google Shape;1807;p28"/>
              <p:cNvSpPr/>
              <p:nvPr/>
            </p:nvSpPr>
            <p:spPr>
              <a:xfrm>
                <a:off x="5322324" y="426109"/>
                <a:ext cx="903645" cy="336732"/>
              </a:xfrm>
              <a:custGeom>
                <a:avLst/>
                <a:gdLst/>
                <a:ahLst/>
                <a:cxnLst/>
                <a:rect l="l" t="t" r="r" b="b"/>
                <a:pathLst>
                  <a:path w="424" h="158" extrusionOk="0">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08" name="Google Shape;1808;p28"/>
            <p:cNvGrpSpPr/>
            <p:nvPr/>
          </p:nvGrpSpPr>
          <p:grpSpPr>
            <a:xfrm>
              <a:off x="8640108" y="293107"/>
              <a:ext cx="1064856" cy="813093"/>
              <a:chOff x="3843246" y="357910"/>
              <a:chExt cx="667078" cy="509361"/>
            </a:xfrm>
          </p:grpSpPr>
          <p:sp>
            <p:nvSpPr>
              <p:cNvPr id="1809" name="Google Shape;1809;p28"/>
              <p:cNvSpPr/>
              <p:nvPr/>
            </p:nvSpPr>
            <p:spPr>
              <a:xfrm>
                <a:off x="3870952" y="385616"/>
                <a:ext cx="626584" cy="471000"/>
              </a:xfrm>
              <a:custGeom>
                <a:avLst/>
                <a:gdLst/>
                <a:ahLst/>
                <a:cxnLst/>
                <a:rect l="l" t="t" r="r" b="b"/>
                <a:pathLst>
                  <a:path w="294" h="221" extrusionOk="0">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28"/>
              <p:cNvSpPr/>
              <p:nvPr/>
            </p:nvSpPr>
            <p:spPr>
              <a:xfrm>
                <a:off x="3843246" y="835302"/>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1" name="Google Shape;1811;p28"/>
              <p:cNvSpPr/>
              <p:nvPr/>
            </p:nvSpPr>
            <p:spPr>
              <a:xfrm>
                <a:off x="4478354" y="357910"/>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12" name="Google Shape;1812;p28"/>
            <p:cNvGrpSpPr/>
            <p:nvPr/>
          </p:nvGrpSpPr>
          <p:grpSpPr>
            <a:xfrm>
              <a:off x="7584293" y="-505753"/>
              <a:ext cx="1337026" cy="826702"/>
              <a:chOff x="3456389" y="106431"/>
              <a:chExt cx="837578" cy="517886"/>
            </a:xfrm>
          </p:grpSpPr>
          <p:sp>
            <p:nvSpPr>
              <p:cNvPr id="1813" name="Google Shape;1813;p28"/>
              <p:cNvSpPr/>
              <p:nvPr/>
            </p:nvSpPr>
            <p:spPr>
              <a:xfrm>
                <a:off x="3456389" y="594480"/>
                <a:ext cx="31969" cy="29837"/>
              </a:xfrm>
              <a:custGeom>
                <a:avLst/>
                <a:gdLst/>
                <a:ahLst/>
                <a:cxnLst/>
                <a:rect l="l" t="t" r="r" b="b"/>
                <a:pathLst>
                  <a:path w="14" h="14" extrusionOk="0">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4" name="Google Shape;1814;p28"/>
              <p:cNvSpPr/>
              <p:nvPr/>
            </p:nvSpPr>
            <p:spPr>
              <a:xfrm>
                <a:off x="3477701" y="106431"/>
                <a:ext cx="816266" cy="498704"/>
              </a:xfrm>
              <a:custGeom>
                <a:avLst/>
                <a:gdLst/>
                <a:ahLst/>
                <a:cxnLst/>
                <a:rect l="l" t="t" r="r" b="b"/>
                <a:pathLst>
                  <a:path w="383" h="234" extrusionOk="0">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15" name="Google Shape;1815;p28"/>
            <p:cNvGrpSpPr/>
            <p:nvPr/>
          </p:nvGrpSpPr>
          <p:grpSpPr>
            <a:xfrm flipH="1">
              <a:off x="1167078" y="4735898"/>
              <a:ext cx="619332" cy="1338013"/>
              <a:chOff x="6850421" y="775628"/>
              <a:chExt cx="398541" cy="861012"/>
            </a:xfrm>
          </p:grpSpPr>
          <p:sp>
            <p:nvSpPr>
              <p:cNvPr id="1816" name="Google Shape;1816;p28"/>
              <p:cNvSpPr/>
              <p:nvPr/>
            </p:nvSpPr>
            <p:spPr>
              <a:xfrm>
                <a:off x="6850421" y="1604672"/>
                <a:ext cx="34100" cy="31969"/>
              </a:xfrm>
              <a:custGeom>
                <a:avLst/>
                <a:gdLst/>
                <a:ahLst/>
                <a:cxnLst/>
                <a:rect l="l" t="t" r="r" b="b"/>
                <a:pathLst>
                  <a:path w="15" h="15" extrusionOk="0">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7" name="Google Shape;1817;p28"/>
              <p:cNvSpPr/>
              <p:nvPr/>
            </p:nvSpPr>
            <p:spPr>
              <a:xfrm>
                <a:off x="7138138" y="775628"/>
                <a:ext cx="31969" cy="31969"/>
              </a:xfrm>
              <a:custGeom>
                <a:avLst/>
                <a:gdLst/>
                <a:ahLst/>
                <a:cxnLst/>
                <a:rect l="l" t="t" r="r" b="b"/>
                <a:pathLst>
                  <a:path w="14" h="14" extrusionOk="0">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8" name="Google Shape;1818;p28"/>
              <p:cNvSpPr/>
              <p:nvPr/>
            </p:nvSpPr>
            <p:spPr>
              <a:xfrm>
                <a:off x="6861077" y="794810"/>
                <a:ext cx="387885" cy="814124"/>
              </a:xfrm>
              <a:custGeom>
                <a:avLst/>
                <a:gdLst/>
                <a:ahLst/>
                <a:cxnLst/>
                <a:rect l="l" t="t" r="r" b="b"/>
                <a:pathLst>
                  <a:path w="182" h="382" extrusionOk="0">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19" name="Google Shape;1819;p28"/>
            <p:cNvGrpSpPr/>
            <p:nvPr/>
          </p:nvGrpSpPr>
          <p:grpSpPr>
            <a:xfrm>
              <a:off x="-527805" y="2963157"/>
              <a:ext cx="1064856" cy="813093"/>
              <a:chOff x="3843246" y="357910"/>
              <a:chExt cx="667078" cy="509361"/>
            </a:xfrm>
          </p:grpSpPr>
          <p:sp>
            <p:nvSpPr>
              <p:cNvPr id="1820" name="Google Shape;1820;p28"/>
              <p:cNvSpPr/>
              <p:nvPr/>
            </p:nvSpPr>
            <p:spPr>
              <a:xfrm>
                <a:off x="3870952" y="385616"/>
                <a:ext cx="626584" cy="471000"/>
              </a:xfrm>
              <a:custGeom>
                <a:avLst/>
                <a:gdLst/>
                <a:ahLst/>
                <a:cxnLst/>
                <a:rect l="l" t="t" r="r" b="b"/>
                <a:pathLst>
                  <a:path w="294" h="221" extrusionOk="0">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1" name="Google Shape;1821;p28"/>
              <p:cNvSpPr/>
              <p:nvPr/>
            </p:nvSpPr>
            <p:spPr>
              <a:xfrm>
                <a:off x="3843246" y="835302"/>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2" name="Google Shape;1822;p28"/>
              <p:cNvSpPr/>
              <p:nvPr/>
            </p:nvSpPr>
            <p:spPr>
              <a:xfrm>
                <a:off x="4478354" y="357910"/>
                <a:ext cx="31969" cy="31969"/>
              </a:xfrm>
              <a:custGeom>
                <a:avLst/>
                <a:gdLst/>
                <a:ahLst/>
                <a:cxnLst/>
                <a:rect l="l" t="t" r="r" b="b"/>
                <a:pathLst>
                  <a:path w="14" h="14" extrusionOk="0">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23" name="Google Shape;1823;p28"/>
          <p:cNvGrpSpPr/>
          <p:nvPr/>
        </p:nvGrpSpPr>
        <p:grpSpPr>
          <a:xfrm>
            <a:off x="3762175" y="233212"/>
            <a:ext cx="5065988" cy="4692663"/>
            <a:chOff x="7007813" y="233212"/>
            <a:chExt cx="5065988" cy="4692663"/>
          </a:xfrm>
        </p:grpSpPr>
        <p:grpSp>
          <p:nvGrpSpPr>
            <p:cNvPr id="1824" name="Google Shape;1824;p28"/>
            <p:cNvGrpSpPr/>
            <p:nvPr/>
          </p:nvGrpSpPr>
          <p:grpSpPr>
            <a:xfrm flipH="1">
              <a:off x="11943600" y="779000"/>
              <a:ext cx="130200" cy="126125"/>
              <a:chOff x="684250" y="153575"/>
              <a:chExt cx="130200" cy="126125"/>
            </a:xfrm>
          </p:grpSpPr>
          <p:sp>
            <p:nvSpPr>
              <p:cNvPr id="1825" name="Google Shape;1825;p28"/>
              <p:cNvSpPr/>
              <p:nvPr/>
            </p:nvSpPr>
            <p:spPr>
              <a:xfrm>
                <a:off x="684250" y="153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826" name="Google Shape;1826;p28"/>
              <p:cNvSpPr/>
              <p:nvPr/>
            </p:nvSpPr>
            <p:spPr>
              <a:xfrm>
                <a:off x="749350" y="187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827" name="Google Shape;1827;p28"/>
              <p:cNvSpPr/>
              <p:nvPr/>
            </p:nvSpPr>
            <p:spPr>
              <a:xfrm>
                <a:off x="684250" y="223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828" name="Google Shape;1828;p28"/>
            <p:cNvGrpSpPr/>
            <p:nvPr/>
          </p:nvGrpSpPr>
          <p:grpSpPr>
            <a:xfrm flipH="1">
              <a:off x="7007813" y="4799750"/>
              <a:ext cx="130200" cy="126125"/>
              <a:chOff x="3935725" y="167575"/>
              <a:chExt cx="130200" cy="126125"/>
            </a:xfrm>
          </p:grpSpPr>
          <p:sp>
            <p:nvSpPr>
              <p:cNvPr id="1829" name="Google Shape;1829;p28"/>
              <p:cNvSpPr/>
              <p:nvPr/>
            </p:nvSpPr>
            <p:spPr>
              <a:xfrm>
                <a:off x="3935725" y="167575"/>
                <a:ext cx="65100" cy="564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830" name="Google Shape;1830;p28"/>
              <p:cNvSpPr/>
              <p:nvPr/>
            </p:nvSpPr>
            <p:spPr>
              <a:xfrm>
                <a:off x="4000825" y="201775"/>
                <a:ext cx="65100" cy="564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831" name="Google Shape;1831;p28"/>
              <p:cNvSpPr/>
              <p:nvPr/>
            </p:nvSpPr>
            <p:spPr>
              <a:xfrm>
                <a:off x="3935725" y="237300"/>
                <a:ext cx="65100" cy="564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832" name="Google Shape;1832;p28"/>
            <p:cNvGrpSpPr/>
            <p:nvPr/>
          </p:nvGrpSpPr>
          <p:grpSpPr>
            <a:xfrm flipH="1">
              <a:off x="7071500" y="233212"/>
              <a:ext cx="445675" cy="119073"/>
              <a:chOff x="3578973" y="2550931"/>
              <a:chExt cx="279193" cy="74593"/>
            </a:xfrm>
          </p:grpSpPr>
          <p:sp>
            <p:nvSpPr>
              <p:cNvPr id="1833" name="Google Shape;1833;p28"/>
              <p:cNvSpPr/>
              <p:nvPr/>
            </p:nvSpPr>
            <p:spPr>
              <a:xfrm>
                <a:off x="3578973" y="2550931"/>
                <a:ext cx="42625" cy="74593"/>
              </a:xfrm>
              <a:custGeom>
                <a:avLst/>
                <a:gdLst/>
                <a:ahLst/>
                <a:cxnLst/>
                <a:rect l="l" t="t" r="r" b="b"/>
                <a:pathLst>
                  <a:path w="20" h="35" extrusionOk="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4" name="Google Shape;1834;p28"/>
              <p:cNvSpPr/>
              <p:nvPr/>
            </p:nvSpPr>
            <p:spPr>
              <a:xfrm>
                <a:off x="3636518"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5" name="Google Shape;1835;p28"/>
              <p:cNvSpPr/>
              <p:nvPr/>
            </p:nvSpPr>
            <p:spPr>
              <a:xfrm>
                <a:off x="3698323" y="2550931"/>
                <a:ext cx="42625" cy="74593"/>
              </a:xfrm>
              <a:custGeom>
                <a:avLst/>
                <a:gdLst/>
                <a:ahLst/>
                <a:cxnLst/>
                <a:rect l="l" t="t" r="r" b="b"/>
                <a:pathLst>
                  <a:path w="20" h="35" extrusionOk="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6" name="Google Shape;1836;p28"/>
              <p:cNvSpPr/>
              <p:nvPr/>
            </p:nvSpPr>
            <p:spPr>
              <a:xfrm>
                <a:off x="3755867"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7" name="Google Shape;1837;p28"/>
              <p:cNvSpPr/>
              <p:nvPr/>
            </p:nvSpPr>
            <p:spPr>
              <a:xfrm>
                <a:off x="3813410" y="2550931"/>
                <a:ext cx="44757" cy="74593"/>
              </a:xfrm>
              <a:custGeom>
                <a:avLst/>
                <a:gdLst/>
                <a:ahLst/>
                <a:cxnLst/>
                <a:rect l="l" t="t" r="r" b="b"/>
                <a:pathLst>
                  <a:path w="21" h="35" extrusionOk="0">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8" name="Google Shape;1838;p28"/>
              <p:cNvSpPr/>
              <p:nvPr/>
            </p:nvSpPr>
            <p:spPr>
              <a:xfrm>
                <a:off x="3578973" y="2550931"/>
                <a:ext cx="42625" cy="74593"/>
              </a:xfrm>
              <a:custGeom>
                <a:avLst/>
                <a:gdLst/>
                <a:ahLst/>
                <a:cxnLst/>
                <a:rect l="l" t="t" r="r" b="b"/>
                <a:pathLst>
                  <a:path w="20" h="35" extrusionOk="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9" name="Google Shape;1839;p28"/>
              <p:cNvSpPr/>
              <p:nvPr/>
            </p:nvSpPr>
            <p:spPr>
              <a:xfrm>
                <a:off x="3636518"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0" name="Google Shape;1840;p28"/>
              <p:cNvSpPr/>
              <p:nvPr/>
            </p:nvSpPr>
            <p:spPr>
              <a:xfrm>
                <a:off x="3698323" y="2550931"/>
                <a:ext cx="42625" cy="74593"/>
              </a:xfrm>
              <a:custGeom>
                <a:avLst/>
                <a:gdLst/>
                <a:ahLst/>
                <a:cxnLst/>
                <a:rect l="l" t="t" r="r" b="b"/>
                <a:pathLst>
                  <a:path w="20" h="35" extrusionOk="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1" name="Google Shape;1841;p28"/>
              <p:cNvSpPr/>
              <p:nvPr/>
            </p:nvSpPr>
            <p:spPr>
              <a:xfrm>
                <a:off x="3755867" y="2550931"/>
                <a:ext cx="42625" cy="74593"/>
              </a:xfrm>
              <a:custGeom>
                <a:avLst/>
                <a:gdLst/>
                <a:ahLst/>
                <a:cxnLst/>
                <a:rect l="l" t="t" r="r" b="b"/>
                <a:pathLst>
                  <a:path w="20" h="35" extrusionOk="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2" name="Google Shape;1842;p28"/>
              <p:cNvSpPr/>
              <p:nvPr/>
            </p:nvSpPr>
            <p:spPr>
              <a:xfrm>
                <a:off x="3813410" y="2550931"/>
                <a:ext cx="44757" cy="74593"/>
              </a:xfrm>
              <a:custGeom>
                <a:avLst/>
                <a:gdLst/>
                <a:ahLst/>
                <a:cxnLst/>
                <a:rect l="l" t="t" r="r" b="b"/>
                <a:pathLst>
                  <a:path w="21" h="35" extrusionOk="0">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Lexend"/>
              <a:buNone/>
              <a:defRPr sz="3000" b="1">
                <a:solidFill>
                  <a:schemeClr val="dk1"/>
                </a:solidFill>
                <a:latin typeface="Lexend"/>
                <a:ea typeface="Lexend"/>
                <a:cs typeface="Lexend"/>
                <a:sym typeface="Lexend"/>
              </a:defRPr>
            </a:lvl1pPr>
            <a:lvl2pPr lvl="1" rtl="0">
              <a:spcBef>
                <a:spcPts val="0"/>
              </a:spcBef>
              <a:spcAft>
                <a:spcPts val="0"/>
              </a:spcAft>
              <a:buClr>
                <a:schemeClr val="dk1"/>
              </a:buClr>
              <a:buSzPts val="3000"/>
              <a:buFont typeface="Lexend"/>
              <a:buNone/>
              <a:defRPr sz="3000" b="1">
                <a:solidFill>
                  <a:schemeClr val="dk1"/>
                </a:solidFill>
                <a:latin typeface="Lexend"/>
                <a:ea typeface="Lexend"/>
                <a:cs typeface="Lexend"/>
                <a:sym typeface="Lexend"/>
              </a:defRPr>
            </a:lvl2pPr>
            <a:lvl3pPr lvl="2" rtl="0">
              <a:spcBef>
                <a:spcPts val="0"/>
              </a:spcBef>
              <a:spcAft>
                <a:spcPts val="0"/>
              </a:spcAft>
              <a:buClr>
                <a:schemeClr val="dk1"/>
              </a:buClr>
              <a:buSzPts val="3000"/>
              <a:buFont typeface="Lexend"/>
              <a:buNone/>
              <a:defRPr sz="3000" b="1">
                <a:solidFill>
                  <a:schemeClr val="dk1"/>
                </a:solidFill>
                <a:latin typeface="Lexend"/>
                <a:ea typeface="Lexend"/>
                <a:cs typeface="Lexend"/>
                <a:sym typeface="Lexend"/>
              </a:defRPr>
            </a:lvl3pPr>
            <a:lvl4pPr lvl="3" rtl="0">
              <a:spcBef>
                <a:spcPts val="0"/>
              </a:spcBef>
              <a:spcAft>
                <a:spcPts val="0"/>
              </a:spcAft>
              <a:buClr>
                <a:schemeClr val="dk1"/>
              </a:buClr>
              <a:buSzPts val="3000"/>
              <a:buFont typeface="Lexend"/>
              <a:buNone/>
              <a:defRPr sz="3000" b="1">
                <a:solidFill>
                  <a:schemeClr val="dk1"/>
                </a:solidFill>
                <a:latin typeface="Lexend"/>
                <a:ea typeface="Lexend"/>
                <a:cs typeface="Lexend"/>
                <a:sym typeface="Lexend"/>
              </a:defRPr>
            </a:lvl4pPr>
            <a:lvl5pPr lvl="4" rtl="0">
              <a:spcBef>
                <a:spcPts val="0"/>
              </a:spcBef>
              <a:spcAft>
                <a:spcPts val="0"/>
              </a:spcAft>
              <a:buClr>
                <a:schemeClr val="dk1"/>
              </a:buClr>
              <a:buSzPts val="3000"/>
              <a:buFont typeface="Lexend"/>
              <a:buNone/>
              <a:defRPr sz="3000" b="1">
                <a:solidFill>
                  <a:schemeClr val="dk1"/>
                </a:solidFill>
                <a:latin typeface="Lexend"/>
                <a:ea typeface="Lexend"/>
                <a:cs typeface="Lexend"/>
                <a:sym typeface="Lexend"/>
              </a:defRPr>
            </a:lvl5pPr>
            <a:lvl6pPr lvl="5" rtl="0">
              <a:spcBef>
                <a:spcPts val="0"/>
              </a:spcBef>
              <a:spcAft>
                <a:spcPts val="0"/>
              </a:spcAft>
              <a:buClr>
                <a:schemeClr val="dk1"/>
              </a:buClr>
              <a:buSzPts val="3000"/>
              <a:buFont typeface="Lexend"/>
              <a:buNone/>
              <a:defRPr sz="3000" b="1">
                <a:solidFill>
                  <a:schemeClr val="dk1"/>
                </a:solidFill>
                <a:latin typeface="Lexend"/>
                <a:ea typeface="Lexend"/>
                <a:cs typeface="Lexend"/>
                <a:sym typeface="Lexend"/>
              </a:defRPr>
            </a:lvl6pPr>
            <a:lvl7pPr lvl="6" rtl="0">
              <a:spcBef>
                <a:spcPts val="0"/>
              </a:spcBef>
              <a:spcAft>
                <a:spcPts val="0"/>
              </a:spcAft>
              <a:buClr>
                <a:schemeClr val="dk1"/>
              </a:buClr>
              <a:buSzPts val="3000"/>
              <a:buFont typeface="Lexend"/>
              <a:buNone/>
              <a:defRPr sz="3000" b="1">
                <a:solidFill>
                  <a:schemeClr val="dk1"/>
                </a:solidFill>
                <a:latin typeface="Lexend"/>
                <a:ea typeface="Lexend"/>
                <a:cs typeface="Lexend"/>
                <a:sym typeface="Lexend"/>
              </a:defRPr>
            </a:lvl7pPr>
            <a:lvl8pPr lvl="7" rtl="0">
              <a:spcBef>
                <a:spcPts val="0"/>
              </a:spcBef>
              <a:spcAft>
                <a:spcPts val="0"/>
              </a:spcAft>
              <a:buClr>
                <a:schemeClr val="dk1"/>
              </a:buClr>
              <a:buSzPts val="3000"/>
              <a:buFont typeface="Lexend"/>
              <a:buNone/>
              <a:defRPr sz="3000" b="1">
                <a:solidFill>
                  <a:schemeClr val="dk1"/>
                </a:solidFill>
                <a:latin typeface="Lexend"/>
                <a:ea typeface="Lexend"/>
                <a:cs typeface="Lexend"/>
                <a:sym typeface="Lexend"/>
              </a:defRPr>
            </a:lvl8pPr>
            <a:lvl9pPr lvl="8" rtl="0">
              <a:spcBef>
                <a:spcPts val="0"/>
              </a:spcBef>
              <a:spcAft>
                <a:spcPts val="0"/>
              </a:spcAft>
              <a:buClr>
                <a:schemeClr val="dk1"/>
              </a:buClr>
              <a:buSzPts val="3000"/>
              <a:buFont typeface="Lexend"/>
              <a:buNone/>
              <a:defRPr sz="3000" b="1">
                <a:solidFill>
                  <a:schemeClr val="dk1"/>
                </a:solidFill>
                <a:latin typeface="Lexend"/>
                <a:ea typeface="Lexend"/>
                <a:cs typeface="Lexend"/>
                <a:sym typeface="Lexend"/>
              </a:defRPr>
            </a:lvl9pPr>
          </a:lstStyle>
          <a:p>
            <a:endParaRPr/>
          </a:p>
        </p:txBody>
      </p:sp>
      <p:sp>
        <p:nvSpPr>
          <p:cNvPr id="7" name="Google Shape;7;p1"/>
          <p:cNvSpPr txBox="1">
            <a:spLocks noGrp="1"/>
          </p:cNvSpPr>
          <p:nvPr>
            <p:ph type="body" idx="1"/>
          </p:nvPr>
        </p:nvSpPr>
        <p:spPr>
          <a:xfrm>
            <a:off x="713225" y="1152475"/>
            <a:ext cx="7717500" cy="34560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1pPr>
            <a:lvl2pPr marL="914400" lvl="1" indent="-3175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2pPr>
            <a:lvl3pPr marL="1371600" lvl="2" indent="-3175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3pPr>
            <a:lvl4pPr marL="1828800" lvl="3" indent="-3175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4pPr>
            <a:lvl5pPr marL="2286000" lvl="4" indent="-3175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5pPr>
            <a:lvl6pPr marL="2743200" lvl="5" indent="-3175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6pPr>
            <a:lvl7pPr marL="3200400" lvl="6" indent="-3175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7pPr>
            <a:lvl8pPr marL="3657600" lvl="7" indent="-3175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8pPr>
            <a:lvl9pPr marL="4114800" lvl="8" indent="-3175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9" r:id="rId4"/>
    <p:sldLayoutId id="2147483673" r:id="rId5"/>
    <p:sldLayoutId id="214748367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22F9F6F6-AFB2-CC99-F4DA-73CFE2BDA6D4}"/>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852D5DCA-4EA7-4756-E6E3-CA40C79FBE06}"/>
              </a:ext>
            </a:extLst>
          </p:cNvPr>
          <p:cNvSpPr txBox="1">
            <a:spLocks noGrp="1"/>
          </p:cNvSpPr>
          <p:nvPr>
            <p:ph type="title"/>
          </p:nvPr>
        </p:nvSpPr>
        <p:spPr>
          <a:xfrm>
            <a:off x="1382837" y="903263"/>
            <a:ext cx="5838000" cy="841800"/>
          </a:xfrm>
          <a:prstGeom prst="rect">
            <a:avLst/>
          </a:prstGeom>
        </p:spPr>
        <p:txBody>
          <a:bodyPr spcFirstLastPara="1" wrap="square" lIns="91425" tIns="91425" rIns="91425" bIns="91425" anchor="b" anchorCtr="0">
            <a:noAutofit/>
          </a:bodyPr>
          <a:lstStyle/>
          <a:p>
            <a:pPr lvl="0"/>
            <a:r>
              <a:rPr lang="en-US" sz="2800" dirty="0"/>
              <a:t>AtliQ Hardware — Data-Driven Insights from Ad-Hoc Analysis</a:t>
            </a:r>
            <a:endParaRPr sz="2800" dirty="0"/>
          </a:p>
        </p:txBody>
      </p:sp>
      <p:sp>
        <p:nvSpPr>
          <p:cNvPr id="1919" name="Google Shape;1919;p35">
            <a:extLst>
              <a:ext uri="{FF2B5EF4-FFF2-40B4-BE49-F238E27FC236}">
                <a16:creationId xmlns:a16="http://schemas.microsoft.com/office/drawing/2014/main" id="{909BCA2F-5482-84B1-24E3-E7C35873DEF5}"/>
              </a:ext>
            </a:extLst>
          </p:cNvPr>
          <p:cNvSpPr txBox="1">
            <a:spLocks noGrp="1"/>
          </p:cNvSpPr>
          <p:nvPr>
            <p:ph type="subTitle" idx="1"/>
          </p:nvPr>
        </p:nvSpPr>
        <p:spPr>
          <a:xfrm>
            <a:off x="1382837" y="2113950"/>
            <a:ext cx="5838000" cy="457800"/>
          </a:xfrm>
          <a:prstGeom prst="rect">
            <a:avLst/>
          </a:prstGeom>
        </p:spPr>
        <p:txBody>
          <a:bodyPr spcFirstLastPara="1" wrap="square" lIns="91425" tIns="91425" rIns="91425" bIns="91425" anchor="t" anchorCtr="0">
            <a:noAutofit/>
          </a:bodyPr>
          <a:lstStyle/>
          <a:p>
            <a:pPr marL="0" lvl="0" indent="0"/>
            <a:r>
              <a:rPr lang="en-US" sz="3200" dirty="0"/>
              <a:t>SQL-Based Business Insights for Executive Decision-Making</a:t>
            </a:r>
          </a:p>
          <a:p>
            <a:pPr marL="0" lvl="0" indent="0"/>
            <a:endParaRPr lang="en-US" sz="3200" dirty="0"/>
          </a:p>
          <a:p>
            <a:pPr marL="0" lvl="0" indent="0"/>
            <a:r>
              <a:rPr lang="en-US" sz="3200" dirty="0"/>
              <a:t>Trey Wright Presenting</a:t>
            </a:r>
            <a:endParaRPr sz="3200" dirty="0"/>
          </a:p>
        </p:txBody>
      </p:sp>
      <p:grpSp>
        <p:nvGrpSpPr>
          <p:cNvPr id="1921" name="Google Shape;1921;p35">
            <a:extLst>
              <a:ext uri="{FF2B5EF4-FFF2-40B4-BE49-F238E27FC236}">
                <a16:creationId xmlns:a16="http://schemas.microsoft.com/office/drawing/2014/main" id="{BEFF2A6D-0EEE-1B04-7940-203722CF0D77}"/>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F8920629-FCE8-6224-603F-0DF703E05685}"/>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12377329-A1FF-4BE9-B6B7-5119F66FBD16}"/>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0FCB06D2-48E9-684E-7668-3714311B4525}"/>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31741600-3EC4-47AF-0666-AF1D1DC15DAD}"/>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6BEA270A-9E03-08ED-1174-183B3927DCFA}"/>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B36D5FE9-545E-1030-A232-D29E9577C7D3}"/>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7B23E879-7EA2-3A10-3039-64874AAA84E9}"/>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906B63E7-4CA2-5FF9-C4AE-0D6898AABE4A}"/>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027F13EF-8244-0F6E-93BE-3D41C62A08DA}"/>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504F398A-9A44-A9DA-2246-FE6769145FCB}"/>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DC83A362-EEEB-D360-FB30-2143CF645877}"/>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816FFEBF-DC9A-352B-B914-A31DB7237F52}"/>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01AD225E-DF74-3BAA-FE41-973F59C44E89}"/>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41610E6F-0AF2-83D0-A401-298FE06F4CC8}"/>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2805128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17"/>
        <p:cNvGrpSpPr/>
        <p:nvPr/>
      </p:nvGrpSpPr>
      <p:grpSpPr>
        <a:xfrm>
          <a:off x="0" y="0"/>
          <a:ext cx="0" cy="0"/>
          <a:chOff x="0" y="0"/>
          <a:chExt cx="0" cy="0"/>
        </a:xfrm>
      </p:grpSpPr>
      <p:sp>
        <p:nvSpPr>
          <p:cNvPr id="1918" name="Google Shape;1918;p35"/>
          <p:cNvSpPr txBox="1">
            <a:spLocks noGrp="1"/>
          </p:cNvSpPr>
          <p:nvPr>
            <p:ph type="title"/>
          </p:nvPr>
        </p:nvSpPr>
        <p:spPr>
          <a:xfrm>
            <a:off x="1313564" y="1285575"/>
            <a:ext cx="5979586" cy="2909454"/>
          </a:xfrm>
          <a:prstGeom prst="rect">
            <a:avLst/>
          </a:prstGeom>
        </p:spPr>
        <p:txBody>
          <a:bodyPr spcFirstLastPara="1" wrap="square" lIns="91425" tIns="91425" rIns="91425" bIns="91425" anchor="b" anchorCtr="0">
            <a:noAutofit/>
          </a:bodyPr>
          <a:lstStyle/>
          <a:p>
            <a:pPr algn="l"/>
            <a:r>
              <a:rPr lang="en-US" sz="1600" dirty="0"/>
              <a:t>		</a:t>
            </a:r>
            <a:r>
              <a:rPr lang="en-US" sz="3200" dirty="0"/>
              <a:t>Introduction</a:t>
            </a:r>
            <a:br>
              <a:rPr lang="en-US" sz="1600" dirty="0"/>
            </a:br>
            <a:br>
              <a:rPr lang="en-US" sz="1600" dirty="0"/>
            </a:br>
            <a:r>
              <a:rPr lang="en-US" sz="2000" dirty="0"/>
              <a:t>About AtliQ Hardware: </a:t>
            </a:r>
            <a:br>
              <a:rPr lang="en-US" sz="1800" dirty="0"/>
            </a:br>
            <a:r>
              <a:rPr lang="en-US" sz="1800" b="0" dirty="0"/>
              <a:t>-A top-tier hardware manufacturer expanding across 27 global markets.</a:t>
            </a:r>
            <a:br>
              <a:rPr lang="en-US" sz="1800" b="0" dirty="0"/>
            </a:br>
            <a:br>
              <a:rPr lang="en-US" sz="1800" dirty="0"/>
            </a:br>
            <a:r>
              <a:rPr lang="en-US" sz="2400" dirty="0"/>
              <a:t>Business Challenge: </a:t>
            </a:r>
            <a:br>
              <a:rPr lang="en-US" sz="1800" dirty="0"/>
            </a:br>
            <a:r>
              <a:rPr lang="en-US" sz="1800" b="0" dirty="0"/>
              <a:t>-Lack of real-time insights for strategic planning.</a:t>
            </a:r>
            <a:br>
              <a:rPr lang="en-US" sz="1800" b="0" dirty="0"/>
            </a:br>
            <a:br>
              <a:rPr lang="en-US" sz="1800" dirty="0"/>
            </a:br>
            <a:r>
              <a:rPr lang="en-US" sz="2400" dirty="0"/>
              <a:t>Objective: </a:t>
            </a:r>
            <a:br>
              <a:rPr lang="en-US" sz="1800" dirty="0"/>
            </a:br>
            <a:r>
              <a:rPr lang="en-US" sz="1800" b="0" dirty="0"/>
              <a:t>-Empower leadership with data-informed insights via SQL analysis.</a:t>
            </a:r>
          </a:p>
        </p:txBody>
      </p:sp>
      <p:grpSp>
        <p:nvGrpSpPr>
          <p:cNvPr id="1921" name="Google Shape;1921;p35"/>
          <p:cNvGrpSpPr/>
          <p:nvPr/>
        </p:nvGrpSpPr>
        <p:grpSpPr>
          <a:xfrm>
            <a:off x="7358250" y="1285575"/>
            <a:ext cx="130200" cy="126125"/>
            <a:chOff x="3935725" y="167575"/>
            <a:chExt cx="130200" cy="126125"/>
          </a:xfrm>
        </p:grpSpPr>
        <p:sp>
          <p:nvSpPr>
            <p:cNvPr id="1922" name="Google Shape;1922;p35"/>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p:cNvGrpSpPr/>
          <p:nvPr/>
        </p:nvGrpSpPr>
        <p:grpSpPr>
          <a:xfrm>
            <a:off x="8146817" y="1602437"/>
            <a:ext cx="449076" cy="119073"/>
            <a:chOff x="7108302" y="2550931"/>
            <a:chExt cx="281323" cy="74593"/>
          </a:xfrm>
        </p:grpSpPr>
        <p:sp>
          <p:nvSpPr>
            <p:cNvPr id="1926" name="Google Shape;1926;p35"/>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1892" name="Google Shape;1892;p33"/>
          <p:cNvSpPr txBox="1">
            <a:spLocks noGrp="1"/>
          </p:cNvSpPr>
          <p:nvPr>
            <p:ph type="title"/>
          </p:nvPr>
        </p:nvSpPr>
        <p:spPr>
          <a:xfrm>
            <a:off x="650727" y="223352"/>
            <a:ext cx="7704000" cy="572700"/>
          </a:xfrm>
          <a:prstGeom prst="rect">
            <a:avLst/>
          </a:prstGeom>
        </p:spPr>
        <p:txBody>
          <a:bodyPr spcFirstLastPara="1" wrap="square" lIns="91425" tIns="91425" rIns="91425" bIns="91425" anchor="t" anchorCtr="0">
            <a:noAutofit/>
          </a:bodyPr>
          <a:lstStyle/>
          <a:p>
            <a:pPr lvl="0"/>
            <a:r>
              <a:rPr lang="en-US" sz="4800" dirty="0"/>
              <a:t>AGENDA</a:t>
            </a:r>
            <a:br>
              <a:rPr lang="en-US" dirty="0"/>
            </a:br>
            <a:br>
              <a:rPr lang="en-US" dirty="0"/>
            </a:br>
            <a:r>
              <a:rPr lang="en-US" sz="2400" dirty="0"/>
              <a:t>Project Objective </a:t>
            </a:r>
            <a:br>
              <a:rPr lang="en-US" sz="2400" dirty="0"/>
            </a:br>
            <a:br>
              <a:rPr lang="en-US" sz="2400" dirty="0"/>
            </a:br>
            <a:r>
              <a:rPr lang="en-US" sz="2400" dirty="0"/>
              <a:t>Business Questions &amp; Insights</a:t>
            </a:r>
            <a:br>
              <a:rPr lang="en-US" sz="2400" dirty="0"/>
            </a:br>
            <a:br>
              <a:rPr lang="en-US" sz="2400" dirty="0"/>
            </a:br>
            <a:r>
              <a:rPr lang="en-US" sz="2400" dirty="0"/>
              <a:t>Key Takeaways</a:t>
            </a:r>
            <a:br>
              <a:rPr lang="en-US" sz="2400" dirty="0"/>
            </a:br>
            <a:br>
              <a:rPr lang="en-US" sz="2400" dirty="0"/>
            </a:br>
            <a:r>
              <a:rPr lang="en-US" sz="2400" dirty="0"/>
              <a:t>Strategic Recommendations</a:t>
            </a:r>
            <a:endParaRPr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41851-E3C9-0739-ED8E-9FC4DE6909D2}"/>
              </a:ext>
            </a:extLst>
          </p:cNvPr>
          <p:cNvSpPr>
            <a:spLocks noGrp="1"/>
          </p:cNvSpPr>
          <p:nvPr>
            <p:ph type="title"/>
          </p:nvPr>
        </p:nvSpPr>
        <p:spPr>
          <a:xfrm>
            <a:off x="713225" y="839035"/>
            <a:ext cx="7717500" cy="572700"/>
          </a:xfrm>
        </p:spPr>
        <p:txBody>
          <a:bodyPr wrap="square" anchor="ctr">
            <a:normAutofit fontScale="90000"/>
          </a:bodyPr>
          <a:lstStyle/>
          <a:p>
            <a:r>
              <a:rPr lang="en-US" b="0" dirty="0"/>
              <a:t>Executive Summary</a:t>
            </a:r>
            <a:br>
              <a:rPr lang="en-US" b="0" dirty="0"/>
            </a:br>
            <a:br>
              <a:rPr lang="en-US" sz="2800" dirty="0"/>
            </a:br>
            <a:endParaRPr lang="en-US" sz="2800" dirty="0"/>
          </a:p>
        </p:txBody>
      </p:sp>
      <p:sp>
        <p:nvSpPr>
          <p:cNvPr id="6" name="TextBox 5">
            <a:extLst>
              <a:ext uri="{FF2B5EF4-FFF2-40B4-BE49-F238E27FC236}">
                <a16:creationId xmlns:a16="http://schemas.microsoft.com/office/drawing/2014/main" id="{BF4F3BB7-16E2-4CF3-B114-CA502618952D}"/>
              </a:ext>
            </a:extLst>
          </p:cNvPr>
          <p:cNvSpPr txBox="1"/>
          <p:nvPr/>
        </p:nvSpPr>
        <p:spPr>
          <a:xfrm>
            <a:off x="4667225" y="1208225"/>
            <a:ext cx="3763500" cy="3400250"/>
          </a:xfrm>
          <a:prstGeom prst="rect">
            <a:avLst/>
          </a:prstGeom>
          <a:noFill/>
          <a:ln>
            <a:noFill/>
          </a:ln>
        </p:spPr>
        <p:txBody>
          <a:bodyPr rtlCol="0" anchor="t">
            <a:normAutofit/>
          </a:bodyPr>
          <a:lstStyle/>
          <a:p>
            <a:r>
              <a:rPr lang="en-US" b="1" dirty="0">
                <a:solidFill>
                  <a:schemeClr val="tx1"/>
                </a:solidFill>
              </a:rPr>
              <a:t>Growth:</a:t>
            </a:r>
            <a:r>
              <a:rPr lang="en-US" dirty="0">
                <a:solidFill>
                  <a:schemeClr val="tx1"/>
                </a:solidFill>
              </a:rPr>
              <a:t> Unique product portfolio expanded by </a:t>
            </a:r>
            <a:r>
              <a:rPr lang="en-US" b="1" dirty="0">
                <a:solidFill>
                  <a:schemeClr val="tx1"/>
                </a:solidFill>
              </a:rPr>
              <a:t>36%</a:t>
            </a:r>
            <a:r>
              <a:rPr lang="en-US" dirty="0">
                <a:solidFill>
                  <a:schemeClr val="tx1"/>
                </a:solidFill>
              </a:rPr>
              <a:t>, driving fresh revenue.</a:t>
            </a:r>
          </a:p>
          <a:p>
            <a:endParaRPr lang="en-US" dirty="0">
              <a:solidFill>
                <a:schemeClr val="tx1"/>
              </a:solidFill>
            </a:endParaRPr>
          </a:p>
          <a:p>
            <a:r>
              <a:rPr lang="en-US" b="1" dirty="0">
                <a:solidFill>
                  <a:schemeClr val="tx1"/>
                </a:solidFill>
              </a:rPr>
              <a:t>Seasonality:</a:t>
            </a:r>
            <a:r>
              <a:rPr lang="en-US" dirty="0">
                <a:solidFill>
                  <a:schemeClr val="tx1"/>
                </a:solidFill>
              </a:rPr>
              <a:t> </a:t>
            </a:r>
            <a:r>
              <a:rPr lang="en-US" b="1" dirty="0">
                <a:solidFill>
                  <a:schemeClr val="tx1"/>
                </a:solidFill>
              </a:rPr>
              <a:t>Q1 (Sep-Nov)</a:t>
            </a:r>
            <a:r>
              <a:rPr lang="en-US" dirty="0">
                <a:solidFill>
                  <a:schemeClr val="tx1"/>
                </a:solidFill>
              </a:rPr>
              <a:t> is our "Make or Break" window, accounting for significant volume.</a:t>
            </a:r>
          </a:p>
          <a:p>
            <a:endParaRPr lang="en-US" dirty="0">
              <a:solidFill>
                <a:schemeClr val="tx1"/>
              </a:solidFill>
            </a:endParaRPr>
          </a:p>
          <a:p>
            <a:r>
              <a:rPr lang="en-US" b="1" dirty="0">
                <a:solidFill>
                  <a:schemeClr val="tx1"/>
                </a:solidFill>
              </a:rPr>
              <a:t>Risk:</a:t>
            </a:r>
            <a:r>
              <a:rPr lang="en-US" dirty="0">
                <a:solidFill>
                  <a:schemeClr val="tx1"/>
                </a:solidFill>
              </a:rPr>
              <a:t> Reliance on Retailers (</a:t>
            </a:r>
            <a:r>
              <a:rPr lang="en-US" b="1" dirty="0">
                <a:solidFill>
                  <a:schemeClr val="tx1"/>
                </a:solidFill>
              </a:rPr>
              <a:t>73%</a:t>
            </a:r>
            <a:r>
              <a:rPr lang="en-US" dirty="0">
                <a:solidFill>
                  <a:schemeClr val="tx1"/>
                </a:solidFill>
              </a:rPr>
              <a:t>) and deep discounting (&gt;30%) requires immediate diversification.</a:t>
            </a:r>
          </a:p>
        </p:txBody>
      </p:sp>
      <p:pic>
        <p:nvPicPr>
          <p:cNvPr id="4" name="Picture 3" descr="A computer generated image of a circuit board&#10;&#10;AI-generated content may be incorrect.">
            <a:extLst>
              <a:ext uri="{FF2B5EF4-FFF2-40B4-BE49-F238E27FC236}">
                <a16:creationId xmlns:a16="http://schemas.microsoft.com/office/drawing/2014/main" id="{9DAD2E1E-0310-3033-C388-4168BC668C1B}"/>
              </a:ext>
            </a:extLst>
          </p:cNvPr>
          <p:cNvPicPr>
            <a:picLocks noChangeAspect="1"/>
          </p:cNvPicPr>
          <p:nvPr/>
        </p:nvPicPr>
        <p:blipFill>
          <a:blip r:embed="rId3"/>
          <a:stretch>
            <a:fillRect/>
          </a:stretch>
        </p:blipFill>
        <p:spPr>
          <a:xfrm>
            <a:off x="693804" y="1048216"/>
            <a:ext cx="3829533" cy="3612994"/>
          </a:xfrm>
          <a:prstGeom prst="rect">
            <a:avLst/>
          </a:prstGeom>
        </p:spPr>
      </p:pic>
    </p:spTree>
    <p:extLst>
      <p:ext uri="{BB962C8B-B14F-4D97-AF65-F5344CB8AC3E}">
        <p14:creationId xmlns:p14="http://schemas.microsoft.com/office/powerpoint/2010/main" val="2923963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CC64487B-34B2-F634-F56D-4C2DBEFB1A97}"/>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EF170FCB-9BB6-E6A0-5168-4CE5D7B583AA}"/>
              </a:ext>
            </a:extLst>
          </p:cNvPr>
          <p:cNvSpPr txBox="1">
            <a:spLocks noGrp="1"/>
          </p:cNvSpPr>
          <p:nvPr>
            <p:ph type="title"/>
          </p:nvPr>
        </p:nvSpPr>
        <p:spPr>
          <a:xfrm>
            <a:off x="1653000" y="1495310"/>
            <a:ext cx="5838000" cy="841800"/>
          </a:xfrm>
          <a:prstGeom prst="rect">
            <a:avLst/>
          </a:prstGeom>
        </p:spPr>
        <p:txBody>
          <a:bodyPr spcFirstLastPara="1" wrap="square" lIns="91425" tIns="91425" rIns="91425" bIns="91425" anchor="b" anchorCtr="0">
            <a:noAutofit/>
          </a:bodyPr>
          <a:lstStyle/>
          <a:p>
            <a:pPr lvl="0"/>
            <a:r>
              <a:rPr lang="en-US" sz="2400" dirty="0"/>
              <a:t>In which APAC countries does the customer 'AtliQ Exclusive' operate?</a:t>
            </a:r>
            <a:endParaRPr sz="2400" dirty="0"/>
          </a:p>
        </p:txBody>
      </p:sp>
      <p:sp>
        <p:nvSpPr>
          <p:cNvPr id="1919" name="Google Shape;1919;p35">
            <a:extLst>
              <a:ext uri="{FF2B5EF4-FFF2-40B4-BE49-F238E27FC236}">
                <a16:creationId xmlns:a16="http://schemas.microsoft.com/office/drawing/2014/main" id="{2CC437B3-E143-2EED-86D9-FA4BD5A9B34E}"/>
              </a:ext>
            </a:extLst>
          </p:cNvPr>
          <p:cNvSpPr txBox="1">
            <a:spLocks noGrp="1"/>
          </p:cNvSpPr>
          <p:nvPr>
            <p:ph type="subTitle" idx="1"/>
          </p:nvPr>
        </p:nvSpPr>
        <p:spPr>
          <a:xfrm>
            <a:off x="1520250" y="4108189"/>
            <a:ext cx="5838000" cy="457800"/>
          </a:xfrm>
          <a:prstGeom prst="rect">
            <a:avLst/>
          </a:prstGeom>
        </p:spPr>
        <p:txBody>
          <a:bodyPr spcFirstLastPara="1" wrap="square" lIns="91425" tIns="91425" rIns="91425" bIns="91425" anchor="t" anchorCtr="0">
            <a:noAutofit/>
          </a:bodyPr>
          <a:lstStyle/>
          <a:p>
            <a:pPr marL="0" lvl="0" indent="0"/>
            <a:r>
              <a:rPr lang="en-US" dirty="0"/>
              <a:t>AtliQ Exclusive operates in 8 key APAC markets, with India leading in gross sales.</a:t>
            </a:r>
            <a:endParaRPr dirty="0"/>
          </a:p>
        </p:txBody>
      </p:sp>
      <p:sp>
        <p:nvSpPr>
          <p:cNvPr id="1920" name="Google Shape;1920;p35">
            <a:extLst>
              <a:ext uri="{FF2B5EF4-FFF2-40B4-BE49-F238E27FC236}">
                <a16:creationId xmlns:a16="http://schemas.microsoft.com/office/drawing/2014/main" id="{0DCD6222-FF2B-8C4E-815A-30CB933705AC}"/>
              </a:ext>
            </a:extLst>
          </p:cNvPr>
          <p:cNvSpPr txBox="1">
            <a:spLocks noGrp="1"/>
          </p:cNvSpPr>
          <p:nvPr>
            <p:ph type="title" idx="2"/>
          </p:nvPr>
        </p:nvSpPr>
        <p:spPr>
          <a:xfrm>
            <a:off x="3720750" y="247575"/>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01</a:t>
            </a:r>
            <a:endParaRPr dirty="0"/>
          </a:p>
        </p:txBody>
      </p:sp>
      <p:grpSp>
        <p:nvGrpSpPr>
          <p:cNvPr id="1921" name="Google Shape;1921;p35">
            <a:extLst>
              <a:ext uri="{FF2B5EF4-FFF2-40B4-BE49-F238E27FC236}">
                <a16:creationId xmlns:a16="http://schemas.microsoft.com/office/drawing/2014/main" id="{F4708E9C-9E65-334D-9F6A-C78B9DDB8DC8}"/>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C46CE3F5-EEBA-349B-BD25-E25B66A96ED5}"/>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FE6DF57B-8D3A-62B3-0175-1B78ED29D430}"/>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23E75844-6D70-660C-4D27-3154D654E7FA}"/>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8B32F88E-EE89-D65D-C9AB-6B7B53D2326B}"/>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9A60C108-89F7-B747-F963-747E5AD7868A}"/>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1625F3DE-E1C0-17C5-47F9-8CF3CB3DA18D}"/>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647B4CB2-7EBB-99D4-A3D9-142F8E02090A}"/>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418BB879-92AC-70BD-EEA9-84626718A750}"/>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81A96B59-003B-34D7-9A0F-93FA4D839F2F}"/>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41F3D3EB-889D-9700-F3D6-AC8A308BDBE2}"/>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B63E6F40-C5E4-E901-1B56-3A5462090AAE}"/>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F416ED26-B40C-F61E-3C70-EA6FA2244C5A}"/>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82FEECD2-77D4-0A88-8765-276499BCF58A}"/>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86D8B3CB-3F48-0244-04AD-C91330B1EE4D}"/>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5B331C85-EF80-ED22-BC48-BA6DD42DF6F7}"/>
              </a:ext>
            </a:extLst>
          </p:cNvPr>
          <p:cNvPicPr>
            <a:picLocks noChangeAspect="1"/>
          </p:cNvPicPr>
          <p:nvPr/>
        </p:nvPicPr>
        <p:blipFill>
          <a:blip r:embed="rId3"/>
          <a:stretch>
            <a:fillRect/>
          </a:stretch>
        </p:blipFill>
        <p:spPr>
          <a:xfrm>
            <a:off x="6196038" y="2336292"/>
            <a:ext cx="1162212" cy="1771897"/>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1879995E-8ECE-0E37-8498-E56352A9DF95}"/>
              </a:ext>
            </a:extLst>
          </p:cNvPr>
          <p:cNvPicPr>
            <a:picLocks noChangeAspect="1"/>
          </p:cNvPicPr>
          <p:nvPr/>
        </p:nvPicPr>
        <p:blipFill>
          <a:blip r:embed="rId4"/>
          <a:stretch>
            <a:fillRect/>
          </a:stretch>
        </p:blipFill>
        <p:spPr>
          <a:xfrm>
            <a:off x="1265408" y="2336292"/>
            <a:ext cx="4344006" cy="1733792"/>
          </a:xfrm>
          <a:prstGeom prst="rect">
            <a:avLst/>
          </a:prstGeom>
        </p:spPr>
      </p:pic>
    </p:spTree>
    <p:extLst>
      <p:ext uri="{BB962C8B-B14F-4D97-AF65-F5344CB8AC3E}">
        <p14:creationId xmlns:p14="http://schemas.microsoft.com/office/powerpoint/2010/main" val="547841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E45CBD26-7BA7-C1D2-49E5-0CFFF8FEE336}"/>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1E46BEF0-8CB0-5822-5726-081BF48E924B}"/>
              </a:ext>
            </a:extLst>
          </p:cNvPr>
          <p:cNvSpPr txBox="1">
            <a:spLocks noGrp="1"/>
          </p:cNvSpPr>
          <p:nvPr>
            <p:ph type="title"/>
          </p:nvPr>
        </p:nvSpPr>
        <p:spPr>
          <a:xfrm>
            <a:off x="1653000" y="1495310"/>
            <a:ext cx="5838000" cy="841800"/>
          </a:xfrm>
          <a:prstGeom prst="rect">
            <a:avLst/>
          </a:prstGeom>
        </p:spPr>
        <p:txBody>
          <a:bodyPr spcFirstLastPara="1" wrap="square" lIns="91425" tIns="91425" rIns="91425" bIns="91425" anchor="b" anchorCtr="0">
            <a:noAutofit/>
          </a:bodyPr>
          <a:lstStyle/>
          <a:p>
            <a:pPr lvl="0"/>
            <a:r>
              <a:rPr lang="en-US" sz="2400" dirty="0"/>
              <a:t>In which APAC countries does the customer 'AtliQ Exclusive' operate?</a:t>
            </a:r>
            <a:endParaRPr sz="2400" dirty="0"/>
          </a:p>
        </p:txBody>
      </p:sp>
      <p:sp>
        <p:nvSpPr>
          <p:cNvPr id="1919" name="Google Shape;1919;p35">
            <a:extLst>
              <a:ext uri="{FF2B5EF4-FFF2-40B4-BE49-F238E27FC236}">
                <a16:creationId xmlns:a16="http://schemas.microsoft.com/office/drawing/2014/main" id="{8A46DA93-04C4-C4AA-7519-49BB4F46A90D}"/>
              </a:ext>
            </a:extLst>
          </p:cNvPr>
          <p:cNvSpPr txBox="1">
            <a:spLocks noGrp="1"/>
          </p:cNvSpPr>
          <p:nvPr>
            <p:ph type="subTitle" idx="1"/>
          </p:nvPr>
        </p:nvSpPr>
        <p:spPr>
          <a:xfrm>
            <a:off x="1520250" y="4108189"/>
            <a:ext cx="5838000" cy="457800"/>
          </a:xfrm>
          <a:prstGeom prst="rect">
            <a:avLst/>
          </a:prstGeom>
        </p:spPr>
        <p:txBody>
          <a:bodyPr spcFirstLastPara="1" wrap="square" lIns="91425" tIns="91425" rIns="91425" bIns="91425" anchor="t" anchorCtr="0">
            <a:noAutofit/>
          </a:bodyPr>
          <a:lstStyle/>
          <a:p>
            <a:pPr marL="0" lvl="0" indent="0"/>
            <a:r>
              <a:rPr lang="en-US" dirty="0"/>
              <a:t>This indicates strong regional engagement, ideal for targeted marketing campaigns or expansion.</a:t>
            </a:r>
            <a:endParaRPr dirty="0"/>
          </a:p>
        </p:txBody>
      </p:sp>
      <p:sp>
        <p:nvSpPr>
          <p:cNvPr id="1920" name="Google Shape;1920;p35">
            <a:extLst>
              <a:ext uri="{FF2B5EF4-FFF2-40B4-BE49-F238E27FC236}">
                <a16:creationId xmlns:a16="http://schemas.microsoft.com/office/drawing/2014/main" id="{FE8ED973-0B80-A825-3393-1283F423D382}"/>
              </a:ext>
            </a:extLst>
          </p:cNvPr>
          <p:cNvSpPr txBox="1">
            <a:spLocks noGrp="1"/>
          </p:cNvSpPr>
          <p:nvPr>
            <p:ph type="title" idx="2"/>
          </p:nvPr>
        </p:nvSpPr>
        <p:spPr>
          <a:xfrm>
            <a:off x="3720750" y="247575"/>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01</a:t>
            </a:r>
            <a:endParaRPr dirty="0"/>
          </a:p>
        </p:txBody>
      </p:sp>
      <p:grpSp>
        <p:nvGrpSpPr>
          <p:cNvPr id="1921" name="Google Shape;1921;p35">
            <a:extLst>
              <a:ext uri="{FF2B5EF4-FFF2-40B4-BE49-F238E27FC236}">
                <a16:creationId xmlns:a16="http://schemas.microsoft.com/office/drawing/2014/main" id="{89C5099A-8794-20EB-8ACE-A0D1CC3DBC30}"/>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ACD4ADE7-DE62-CDE7-3ED1-735D0BE7FC99}"/>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2CA9FD87-5FFD-A0D8-08AA-0E831C366F9D}"/>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7A57C7B9-C113-9BC3-A847-BD7F43563624}"/>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969989AB-D304-D89C-511E-0F7BD4778EE7}"/>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2829EB2B-74EA-3100-34B5-DEA7100D1CE5}"/>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8264464F-5185-E088-80C0-E57CC1010885}"/>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E0AB2B5D-DF02-AAEC-58A5-B4736C05388A}"/>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5F3837CD-2F37-2619-FD17-C030EF0DFB70}"/>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772BBAF5-C5E8-141B-B2B1-11318FCC339A}"/>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BFB5633F-6450-9592-37CA-ECEEA9A0C0FE}"/>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7770B285-5985-8CB4-67B8-5A1BEBBE5585}"/>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74E337FD-04D1-167F-2A64-7E92F17F4996}"/>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FD6ADAF9-1F4B-4CA0-F9D6-AD1F3122D306}"/>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105065B0-406E-757E-C320-A6E2C1E700BB}"/>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5" name="Picture 4">
            <a:extLst>
              <a:ext uri="{FF2B5EF4-FFF2-40B4-BE49-F238E27FC236}">
                <a16:creationId xmlns:a16="http://schemas.microsoft.com/office/drawing/2014/main" id="{57107ECA-B0AD-1044-A361-893429D82C25}"/>
              </a:ext>
            </a:extLst>
          </p:cNvPr>
          <p:cNvPicPr>
            <a:picLocks noChangeAspect="1"/>
          </p:cNvPicPr>
          <p:nvPr/>
        </p:nvPicPr>
        <p:blipFill>
          <a:blip r:embed="rId3"/>
          <a:stretch>
            <a:fillRect/>
          </a:stretch>
        </p:blipFill>
        <p:spPr>
          <a:xfrm>
            <a:off x="1653000" y="2296548"/>
            <a:ext cx="5970750" cy="1852203"/>
          </a:xfrm>
          <a:prstGeom prst="rect">
            <a:avLst/>
          </a:prstGeom>
        </p:spPr>
      </p:pic>
    </p:spTree>
    <p:extLst>
      <p:ext uri="{BB962C8B-B14F-4D97-AF65-F5344CB8AC3E}">
        <p14:creationId xmlns:p14="http://schemas.microsoft.com/office/powerpoint/2010/main" val="2968673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70CA9232-ACA5-D8F6-4D9A-C64C677A10AB}"/>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9405624C-BFA3-EB9E-1717-6B5BFD62B3E2}"/>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How many new unique products were introduced in 2021 compared to 2020?</a:t>
            </a:r>
            <a:endParaRPr sz="2000" dirty="0"/>
          </a:p>
        </p:txBody>
      </p:sp>
      <p:sp>
        <p:nvSpPr>
          <p:cNvPr id="1919" name="Google Shape;1919;p35">
            <a:extLst>
              <a:ext uri="{FF2B5EF4-FFF2-40B4-BE49-F238E27FC236}">
                <a16:creationId xmlns:a16="http://schemas.microsoft.com/office/drawing/2014/main" id="{4E2C3F2A-7E76-6D5F-A189-5CD3B5E3B54B}"/>
              </a:ext>
            </a:extLst>
          </p:cNvPr>
          <p:cNvSpPr txBox="1">
            <a:spLocks noGrp="1"/>
          </p:cNvSpPr>
          <p:nvPr>
            <p:ph type="subTitle" idx="1"/>
          </p:nvPr>
        </p:nvSpPr>
        <p:spPr>
          <a:xfrm>
            <a:off x="1366420" y="3961963"/>
            <a:ext cx="5838000" cy="457800"/>
          </a:xfrm>
          <a:prstGeom prst="rect">
            <a:avLst/>
          </a:prstGeom>
        </p:spPr>
        <p:txBody>
          <a:bodyPr spcFirstLastPara="1" wrap="square" lIns="91425" tIns="91425" rIns="91425" bIns="91425" anchor="t" anchorCtr="0">
            <a:noAutofit/>
          </a:bodyPr>
          <a:lstStyle/>
          <a:p>
            <a:pPr marL="0" lvl="0" indent="0"/>
            <a:r>
              <a:rPr lang="en-US" sz="1800" dirty="0"/>
              <a:t>Unique product offerings grew by 36.33%, signaling a broadened product catalog.</a:t>
            </a:r>
            <a:endParaRPr sz="1800" dirty="0"/>
          </a:p>
        </p:txBody>
      </p:sp>
      <p:sp>
        <p:nvSpPr>
          <p:cNvPr id="1920" name="Google Shape;1920;p35">
            <a:extLst>
              <a:ext uri="{FF2B5EF4-FFF2-40B4-BE49-F238E27FC236}">
                <a16:creationId xmlns:a16="http://schemas.microsoft.com/office/drawing/2014/main" id="{9502D282-59E7-CE75-8FC0-80FA1FBD6BDB}"/>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02</a:t>
            </a:r>
            <a:endParaRPr dirty="0"/>
          </a:p>
        </p:txBody>
      </p:sp>
      <p:grpSp>
        <p:nvGrpSpPr>
          <p:cNvPr id="1921" name="Google Shape;1921;p35">
            <a:extLst>
              <a:ext uri="{FF2B5EF4-FFF2-40B4-BE49-F238E27FC236}">
                <a16:creationId xmlns:a16="http://schemas.microsoft.com/office/drawing/2014/main" id="{9042EED5-1D67-A55B-D50F-D47CA342ED3F}"/>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D2ADB15F-4EDE-F466-347E-59C6D2649169}"/>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239A65F3-5381-5389-7C4F-67EB70A5597C}"/>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008189FF-762A-269D-213C-DCB4B64CD0D3}"/>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3038151E-EF16-708B-222C-45D0EB5C2D11}"/>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7F371721-9CF5-8EE4-47BF-04AAD21F5E94}"/>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6B737BCC-3E4D-7B83-0C19-C826DB5145B5}"/>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72B16CCE-B7A0-846B-DFD0-D6011D9774FA}"/>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8FC64B7B-9D30-26F4-8475-B4BE6F7CB63E}"/>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AAEDB524-59F9-4D56-B9A3-1148D815419F}"/>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EFEE4192-F0B8-4FF3-30EC-0BE7C647C463}"/>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7574F291-7C08-A3DC-82A2-BA8DF44AE5C1}"/>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87C7C963-CD40-815C-9F0F-6392071F2F03}"/>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3D1896A9-40EF-BA46-3C24-92F175E1830B}"/>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4AA48871-76F9-DEDF-2E26-66F1B4B06FBE}"/>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9ECA574A-CD9C-F0F1-9B9A-6F183E2CF755}"/>
              </a:ext>
            </a:extLst>
          </p:cNvPr>
          <p:cNvPicPr>
            <a:picLocks noChangeAspect="1"/>
          </p:cNvPicPr>
          <p:nvPr/>
        </p:nvPicPr>
        <p:blipFill>
          <a:blip r:embed="rId3"/>
          <a:stretch>
            <a:fillRect/>
          </a:stretch>
        </p:blipFill>
        <p:spPr>
          <a:xfrm>
            <a:off x="1366420" y="3607981"/>
            <a:ext cx="6050940" cy="457800"/>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99E90178-ADFA-A527-CC36-21EF2FFD3CED}"/>
              </a:ext>
            </a:extLst>
          </p:cNvPr>
          <p:cNvPicPr>
            <a:picLocks noChangeAspect="1"/>
          </p:cNvPicPr>
          <p:nvPr/>
        </p:nvPicPr>
        <p:blipFill>
          <a:blip r:embed="rId4"/>
          <a:stretch>
            <a:fillRect/>
          </a:stretch>
        </p:blipFill>
        <p:spPr>
          <a:xfrm>
            <a:off x="1366420" y="2023337"/>
            <a:ext cx="6050940" cy="1573953"/>
          </a:xfrm>
          <a:prstGeom prst="rect">
            <a:avLst/>
          </a:prstGeom>
        </p:spPr>
      </p:pic>
    </p:spTree>
    <p:extLst>
      <p:ext uri="{BB962C8B-B14F-4D97-AF65-F5344CB8AC3E}">
        <p14:creationId xmlns:p14="http://schemas.microsoft.com/office/powerpoint/2010/main" val="3536235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3019EED3-BF67-6AB5-C5D3-A06BE0FDD16D}"/>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7163ABAF-1C0D-388E-6D7A-F93DB0F3B447}"/>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How many new unique products were introduced in 2021 compared to 2020?</a:t>
            </a:r>
            <a:endParaRPr sz="2000" dirty="0"/>
          </a:p>
        </p:txBody>
      </p:sp>
      <p:sp>
        <p:nvSpPr>
          <p:cNvPr id="1919" name="Google Shape;1919;p35">
            <a:extLst>
              <a:ext uri="{FF2B5EF4-FFF2-40B4-BE49-F238E27FC236}">
                <a16:creationId xmlns:a16="http://schemas.microsoft.com/office/drawing/2014/main" id="{12A1A443-6A50-3ED6-2702-47A5F4F24FA2}"/>
              </a:ext>
            </a:extLst>
          </p:cNvPr>
          <p:cNvSpPr txBox="1">
            <a:spLocks noGrp="1"/>
          </p:cNvSpPr>
          <p:nvPr>
            <p:ph type="subTitle" idx="1"/>
          </p:nvPr>
        </p:nvSpPr>
        <p:spPr>
          <a:xfrm>
            <a:off x="1366420" y="3961963"/>
            <a:ext cx="5838000" cy="457800"/>
          </a:xfrm>
          <a:prstGeom prst="rect">
            <a:avLst/>
          </a:prstGeom>
        </p:spPr>
        <p:txBody>
          <a:bodyPr spcFirstLastPara="1" wrap="square" lIns="91425" tIns="91425" rIns="91425" bIns="91425" anchor="t" anchorCtr="0">
            <a:noAutofit/>
          </a:bodyPr>
          <a:lstStyle/>
          <a:p>
            <a:pPr marL="0" lvl="0" indent="0"/>
            <a:r>
              <a:rPr lang="en-US" sz="1800" dirty="0"/>
              <a:t>Unique product offerings grew by 36.33%, signaling a broadened product catalog.</a:t>
            </a:r>
            <a:endParaRPr sz="1800" dirty="0"/>
          </a:p>
        </p:txBody>
      </p:sp>
      <p:sp>
        <p:nvSpPr>
          <p:cNvPr id="1920" name="Google Shape;1920;p35">
            <a:extLst>
              <a:ext uri="{FF2B5EF4-FFF2-40B4-BE49-F238E27FC236}">
                <a16:creationId xmlns:a16="http://schemas.microsoft.com/office/drawing/2014/main" id="{229B8D67-540D-97D0-0C0C-554DEC14AA9D}"/>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02</a:t>
            </a:r>
            <a:endParaRPr dirty="0"/>
          </a:p>
        </p:txBody>
      </p:sp>
      <p:grpSp>
        <p:nvGrpSpPr>
          <p:cNvPr id="1921" name="Google Shape;1921;p35">
            <a:extLst>
              <a:ext uri="{FF2B5EF4-FFF2-40B4-BE49-F238E27FC236}">
                <a16:creationId xmlns:a16="http://schemas.microsoft.com/office/drawing/2014/main" id="{083BD7F9-01DD-C646-298F-D5894A1518CC}"/>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73932688-7DB7-82E7-D827-2DDE2A3E0ED3}"/>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27E24402-19E8-1FEE-E40D-9134EE9F80B8}"/>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7E45F98B-A8FF-D4AD-5894-A7B4409818DB}"/>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8340FE03-FECC-A7C0-57C5-C71641FC906D}"/>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74C5C4B9-A078-91AE-DA4E-AA9C72FABAF6}"/>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5627584B-4D78-94A3-8445-AEB58FF940B1}"/>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B9B6B42B-47BF-30C3-D23A-8CE94E599E30}"/>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8D1AE218-4AA8-E4EC-62D5-A46CA36F923D}"/>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F8D33562-AFF1-9753-BAC8-481DFFF8E63D}"/>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01AF91A0-17FC-1330-4AA1-3F4131B1EDA2}"/>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0EFE08CE-C598-B9C4-6460-ACA8F7AC56ED}"/>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A6528E25-8967-37D5-8598-AB69E7D1E548}"/>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11C416FA-FD49-A744-A90A-E3B10E4000A4}"/>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30CEC487-675E-1EA5-9C43-D0B452681CF5}"/>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descr="A graph of growth and numbers&#10;&#10;AI-generated content may be incorrect.">
            <a:extLst>
              <a:ext uri="{FF2B5EF4-FFF2-40B4-BE49-F238E27FC236}">
                <a16:creationId xmlns:a16="http://schemas.microsoft.com/office/drawing/2014/main" id="{73201E22-1909-CC66-ECAB-6099675B6BF5}"/>
              </a:ext>
            </a:extLst>
          </p:cNvPr>
          <p:cNvPicPr>
            <a:picLocks noChangeAspect="1"/>
          </p:cNvPicPr>
          <p:nvPr/>
        </p:nvPicPr>
        <p:blipFill>
          <a:blip r:embed="rId3"/>
          <a:stretch>
            <a:fillRect/>
          </a:stretch>
        </p:blipFill>
        <p:spPr>
          <a:xfrm>
            <a:off x="1850065" y="1964517"/>
            <a:ext cx="5160335" cy="2127121"/>
          </a:xfrm>
          <a:prstGeom prst="rect">
            <a:avLst/>
          </a:prstGeom>
        </p:spPr>
      </p:pic>
    </p:spTree>
    <p:extLst>
      <p:ext uri="{BB962C8B-B14F-4D97-AF65-F5344CB8AC3E}">
        <p14:creationId xmlns:p14="http://schemas.microsoft.com/office/powerpoint/2010/main" val="605710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9E93AEBE-3A26-3159-4C3D-34E0E843605B}"/>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4316F028-202D-EE00-9330-F0DDEE982848}"/>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Which segments have the highest number of unique products?</a:t>
            </a:r>
            <a:endParaRPr sz="2000" dirty="0"/>
          </a:p>
        </p:txBody>
      </p:sp>
      <p:sp>
        <p:nvSpPr>
          <p:cNvPr id="1919" name="Google Shape;1919;p35">
            <a:extLst>
              <a:ext uri="{FF2B5EF4-FFF2-40B4-BE49-F238E27FC236}">
                <a16:creationId xmlns:a16="http://schemas.microsoft.com/office/drawing/2014/main" id="{2090FC92-E890-60A3-9E9D-A5C022D61B77}"/>
              </a:ext>
            </a:extLst>
          </p:cNvPr>
          <p:cNvSpPr txBox="1">
            <a:spLocks noGrp="1"/>
          </p:cNvSpPr>
          <p:nvPr>
            <p:ph type="subTitle" idx="1"/>
          </p:nvPr>
        </p:nvSpPr>
        <p:spPr>
          <a:xfrm>
            <a:off x="1402486" y="3733063"/>
            <a:ext cx="5838000" cy="457800"/>
          </a:xfrm>
          <a:prstGeom prst="rect">
            <a:avLst/>
          </a:prstGeom>
        </p:spPr>
        <p:txBody>
          <a:bodyPr spcFirstLastPara="1" wrap="square" lIns="91425" tIns="91425" rIns="91425" bIns="91425" anchor="t" anchorCtr="0">
            <a:noAutofit/>
          </a:bodyPr>
          <a:lstStyle/>
          <a:p>
            <a:pPr marL="0" lvl="0" indent="0"/>
            <a:r>
              <a:rPr lang="en-US" sz="1800" dirty="0"/>
              <a:t>Unique product offerings grew by 44%, signaling a broadened product catalog.</a:t>
            </a:r>
            <a:endParaRPr sz="1800" dirty="0"/>
          </a:p>
        </p:txBody>
      </p:sp>
      <p:sp>
        <p:nvSpPr>
          <p:cNvPr id="1920" name="Google Shape;1920;p35">
            <a:extLst>
              <a:ext uri="{FF2B5EF4-FFF2-40B4-BE49-F238E27FC236}">
                <a16:creationId xmlns:a16="http://schemas.microsoft.com/office/drawing/2014/main" id="{0005408B-FEC8-803F-9ACD-8F4076AF17A2}"/>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03</a:t>
            </a:r>
            <a:endParaRPr dirty="0"/>
          </a:p>
        </p:txBody>
      </p:sp>
      <p:grpSp>
        <p:nvGrpSpPr>
          <p:cNvPr id="1921" name="Google Shape;1921;p35">
            <a:extLst>
              <a:ext uri="{FF2B5EF4-FFF2-40B4-BE49-F238E27FC236}">
                <a16:creationId xmlns:a16="http://schemas.microsoft.com/office/drawing/2014/main" id="{E413337E-B65A-E695-43E8-58F17E8C5067}"/>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CFE42734-3959-5016-8384-40EBD5CEA3D1}"/>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B1F2DD76-573D-DC10-A248-0D510E35DA3B}"/>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D799F465-0FC2-EF45-72AC-4CFE4C801C92}"/>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CD9D4223-6854-A248-7E1C-9198515496F0}"/>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562E4EEF-D9D7-5D4F-DFEC-EA66DCA679EE}"/>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E453748A-D5B0-B5BA-E872-F0FA9CFE894A}"/>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8DF779A3-CA86-360F-A23E-6C11FD4D342B}"/>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961ADBC3-FE77-CBCE-09E2-28970F0DB641}"/>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F8205EBB-E8A7-3B37-FC95-3F38522A8B2B}"/>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7E183D84-6551-57E2-7319-AE4435CE9C69}"/>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4F021C16-25BB-0A1C-D5B0-9FFC4D6263B7}"/>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6658F6C4-D154-6D18-2E81-EA8952C24844}"/>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60525525-B3A3-54BB-5C02-1FEA322799EF}"/>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D0994AB1-BD0E-0E47-F49E-403473E092E9}"/>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descr="A screenshot of a computer&#10;&#10;AI-generated content may be incorrect.">
            <a:extLst>
              <a:ext uri="{FF2B5EF4-FFF2-40B4-BE49-F238E27FC236}">
                <a16:creationId xmlns:a16="http://schemas.microsoft.com/office/drawing/2014/main" id="{7A635FCA-2D26-F828-63D8-2FF4645507C1}"/>
              </a:ext>
            </a:extLst>
          </p:cNvPr>
          <p:cNvPicPr>
            <a:picLocks noChangeAspect="1"/>
          </p:cNvPicPr>
          <p:nvPr/>
        </p:nvPicPr>
        <p:blipFill>
          <a:blip r:embed="rId3"/>
          <a:stretch>
            <a:fillRect/>
          </a:stretch>
        </p:blipFill>
        <p:spPr>
          <a:xfrm>
            <a:off x="5243141" y="2036662"/>
            <a:ext cx="2250559" cy="1696400"/>
          </a:xfrm>
          <a:prstGeom prst="rect">
            <a:avLst/>
          </a:prstGeom>
        </p:spPr>
      </p:pic>
      <p:pic>
        <p:nvPicPr>
          <p:cNvPr id="6" name="Picture 5">
            <a:extLst>
              <a:ext uri="{FF2B5EF4-FFF2-40B4-BE49-F238E27FC236}">
                <a16:creationId xmlns:a16="http://schemas.microsoft.com/office/drawing/2014/main" id="{93D5B7FC-6DF5-1B7F-1920-39C4442E09EC}"/>
              </a:ext>
            </a:extLst>
          </p:cNvPr>
          <p:cNvPicPr>
            <a:picLocks noChangeAspect="1"/>
          </p:cNvPicPr>
          <p:nvPr/>
        </p:nvPicPr>
        <p:blipFill>
          <a:blip r:embed="rId4"/>
          <a:stretch>
            <a:fillRect/>
          </a:stretch>
        </p:blipFill>
        <p:spPr>
          <a:xfrm>
            <a:off x="1472111" y="2023337"/>
            <a:ext cx="3738480" cy="1709726"/>
          </a:xfrm>
          <a:prstGeom prst="rect">
            <a:avLst/>
          </a:prstGeom>
        </p:spPr>
      </p:pic>
    </p:spTree>
    <p:extLst>
      <p:ext uri="{BB962C8B-B14F-4D97-AF65-F5344CB8AC3E}">
        <p14:creationId xmlns:p14="http://schemas.microsoft.com/office/powerpoint/2010/main" val="3950009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D28B8E24-2BBF-77EF-FF9A-3CAD1D6D0794}"/>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31B16312-FFAB-DECB-D721-31ECD7754508}"/>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Which segments have the highest number of unique products?</a:t>
            </a:r>
            <a:endParaRPr sz="2000" dirty="0"/>
          </a:p>
        </p:txBody>
      </p:sp>
      <p:sp>
        <p:nvSpPr>
          <p:cNvPr id="1919" name="Google Shape;1919;p35">
            <a:extLst>
              <a:ext uri="{FF2B5EF4-FFF2-40B4-BE49-F238E27FC236}">
                <a16:creationId xmlns:a16="http://schemas.microsoft.com/office/drawing/2014/main" id="{C0F3CAB6-3FBC-1BD8-6F67-F97FD36F6BF7}"/>
              </a:ext>
            </a:extLst>
          </p:cNvPr>
          <p:cNvSpPr txBox="1">
            <a:spLocks noGrp="1"/>
          </p:cNvSpPr>
          <p:nvPr>
            <p:ph type="subTitle" idx="1"/>
          </p:nvPr>
        </p:nvSpPr>
        <p:spPr>
          <a:xfrm>
            <a:off x="1402486" y="3733063"/>
            <a:ext cx="5838000" cy="457800"/>
          </a:xfrm>
          <a:prstGeom prst="rect">
            <a:avLst/>
          </a:prstGeom>
        </p:spPr>
        <p:txBody>
          <a:bodyPr spcFirstLastPara="1" wrap="square" lIns="91425" tIns="91425" rIns="91425" bIns="91425" anchor="t" anchorCtr="0">
            <a:noAutofit/>
          </a:bodyPr>
          <a:lstStyle/>
          <a:p>
            <a:pPr marL="0" lvl="0" indent="0"/>
            <a:r>
              <a:rPr lang="en-US" sz="1800" dirty="0"/>
              <a:t>Unique product offerings grew by 44%, signaling a broadened product catalog.</a:t>
            </a:r>
            <a:endParaRPr sz="1800" dirty="0"/>
          </a:p>
        </p:txBody>
      </p:sp>
      <p:sp>
        <p:nvSpPr>
          <p:cNvPr id="1920" name="Google Shape;1920;p35">
            <a:extLst>
              <a:ext uri="{FF2B5EF4-FFF2-40B4-BE49-F238E27FC236}">
                <a16:creationId xmlns:a16="http://schemas.microsoft.com/office/drawing/2014/main" id="{99E34B27-785A-789C-2459-E4EE72F9FC7D}"/>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03</a:t>
            </a:r>
            <a:endParaRPr dirty="0"/>
          </a:p>
        </p:txBody>
      </p:sp>
      <p:grpSp>
        <p:nvGrpSpPr>
          <p:cNvPr id="1921" name="Google Shape;1921;p35">
            <a:extLst>
              <a:ext uri="{FF2B5EF4-FFF2-40B4-BE49-F238E27FC236}">
                <a16:creationId xmlns:a16="http://schemas.microsoft.com/office/drawing/2014/main" id="{88B115B0-5C65-ABF3-B80B-BB95E30502BD}"/>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69DC9FA8-9143-AF05-3F29-B26CD26B0F6D}"/>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649D504C-9A26-7399-F210-5EBFA22A9412}"/>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E5ADDED8-C47B-EE19-071A-04852B523B5D}"/>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94294159-7135-3585-780E-04B7DECF2F78}"/>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A369EC7A-4202-87E7-9604-7A5E6EE2860D}"/>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ED106649-53D8-1CC3-E275-9100F4E5C348}"/>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2AA288A2-0769-3C7F-409A-CFBE133291BB}"/>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5FCC10E9-101A-7A74-A6D2-9D60C9C1BE3B}"/>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BEC9A8AE-EB49-C7E7-60A9-0C84A4A5463F}"/>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CBD4E978-2B67-3EC0-AA94-A3D12733AF66}"/>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0F9FEFF6-CBDF-4C21-D395-2A0778372803}"/>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50BAFFD3-946F-3B29-AEC3-910EECEE6600}"/>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24E9C8C0-9C16-E26D-AC07-91F9B2194371}"/>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0928CFE7-F78C-1C8E-36BD-894AF1155A04}"/>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descr="A graph of a product segment&#10;&#10;AI-generated content may be incorrect.">
            <a:extLst>
              <a:ext uri="{FF2B5EF4-FFF2-40B4-BE49-F238E27FC236}">
                <a16:creationId xmlns:a16="http://schemas.microsoft.com/office/drawing/2014/main" id="{C656AF84-2D12-F061-F0BD-4A7776B7AAC9}"/>
              </a:ext>
            </a:extLst>
          </p:cNvPr>
          <p:cNvPicPr>
            <a:picLocks noChangeAspect="1"/>
          </p:cNvPicPr>
          <p:nvPr/>
        </p:nvPicPr>
        <p:blipFill>
          <a:blip r:embed="rId3"/>
          <a:stretch>
            <a:fillRect/>
          </a:stretch>
        </p:blipFill>
        <p:spPr>
          <a:xfrm>
            <a:off x="1674686" y="1963479"/>
            <a:ext cx="5434409" cy="1907012"/>
          </a:xfrm>
          <a:prstGeom prst="rect">
            <a:avLst/>
          </a:prstGeom>
        </p:spPr>
      </p:pic>
    </p:spTree>
    <p:extLst>
      <p:ext uri="{BB962C8B-B14F-4D97-AF65-F5344CB8AC3E}">
        <p14:creationId xmlns:p14="http://schemas.microsoft.com/office/powerpoint/2010/main" val="89626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C902666E-02AD-4E93-9A45-930FF3E9B70E}"/>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CC57ADB1-34EB-B0EE-5995-3FA95675A7AC}"/>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Which segment saw the most growth in unique products year-over-year?</a:t>
            </a:r>
            <a:endParaRPr sz="2000" dirty="0"/>
          </a:p>
        </p:txBody>
      </p:sp>
      <p:sp>
        <p:nvSpPr>
          <p:cNvPr id="1919" name="Google Shape;1919;p35">
            <a:extLst>
              <a:ext uri="{FF2B5EF4-FFF2-40B4-BE49-F238E27FC236}">
                <a16:creationId xmlns:a16="http://schemas.microsoft.com/office/drawing/2014/main" id="{3BBAD1DA-8C43-40BA-E414-46C168AC1727}"/>
              </a:ext>
            </a:extLst>
          </p:cNvPr>
          <p:cNvSpPr txBox="1">
            <a:spLocks noGrp="1"/>
          </p:cNvSpPr>
          <p:nvPr>
            <p:ph type="subTitle" idx="1"/>
          </p:nvPr>
        </p:nvSpPr>
        <p:spPr>
          <a:xfrm>
            <a:off x="4384964" y="3733063"/>
            <a:ext cx="3829894" cy="457800"/>
          </a:xfrm>
          <a:prstGeom prst="rect">
            <a:avLst/>
          </a:prstGeom>
        </p:spPr>
        <p:txBody>
          <a:bodyPr spcFirstLastPara="1" wrap="square" lIns="91425" tIns="91425" rIns="91425" bIns="91425" anchor="t" anchorCtr="0">
            <a:noAutofit/>
          </a:bodyPr>
          <a:lstStyle/>
          <a:p>
            <a:pPr marL="0" lvl="0" indent="0"/>
            <a:r>
              <a:rPr lang="en-US" sz="1800" dirty="0"/>
              <a:t>Compared distinct product counts by segment for 2020 and 2021, calculated differences.</a:t>
            </a:r>
            <a:endParaRPr sz="1800" dirty="0"/>
          </a:p>
        </p:txBody>
      </p:sp>
      <p:sp>
        <p:nvSpPr>
          <p:cNvPr id="1920" name="Google Shape;1920;p35">
            <a:extLst>
              <a:ext uri="{FF2B5EF4-FFF2-40B4-BE49-F238E27FC236}">
                <a16:creationId xmlns:a16="http://schemas.microsoft.com/office/drawing/2014/main" id="{E2B57C51-0220-49D7-F2BA-7C43B842A19D}"/>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04</a:t>
            </a:r>
            <a:endParaRPr dirty="0"/>
          </a:p>
        </p:txBody>
      </p:sp>
      <p:grpSp>
        <p:nvGrpSpPr>
          <p:cNvPr id="1921" name="Google Shape;1921;p35">
            <a:extLst>
              <a:ext uri="{FF2B5EF4-FFF2-40B4-BE49-F238E27FC236}">
                <a16:creationId xmlns:a16="http://schemas.microsoft.com/office/drawing/2014/main" id="{13AEADD0-3A00-AC26-9085-740620A9FCAC}"/>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9F82C622-9CD4-D02C-7352-F32FFC528C51}"/>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19C9E615-3817-3000-FC4D-E00F362C8822}"/>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A843147A-FD0C-2DDF-B82E-37CA7E87652D}"/>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22A1A68D-EE44-EA9F-6E0C-742436FADBAE}"/>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B406ED4F-83D3-A2A1-4481-2A537ECEB9D7}"/>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F9679B6B-DC67-9D67-B175-BA512E2CC6F2}"/>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139B24D4-3CA6-5BDE-CDE4-5EB2E6A48238}"/>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D65738AB-12B1-718F-0B05-0310E262938F}"/>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52CBDADF-94FC-D0A2-128C-150B82E42BDE}"/>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FAD17A51-6104-3056-6817-4F287E2F824F}"/>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06823BF4-E85B-CC65-8CF3-82484D3C2FC5}"/>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85C2730B-A776-0CD2-4A2A-05931BF973C6}"/>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C8E96BFB-4BD3-5009-C548-7C4E13306651}"/>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7920BAD5-79FE-01D4-2423-E437D611BBCC}"/>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CCC14F0E-4E96-CBAB-234B-2724A0266A12}"/>
              </a:ext>
            </a:extLst>
          </p:cNvPr>
          <p:cNvPicPr>
            <a:picLocks noChangeAspect="1"/>
          </p:cNvPicPr>
          <p:nvPr/>
        </p:nvPicPr>
        <p:blipFill>
          <a:blip r:embed="rId3"/>
          <a:stretch>
            <a:fillRect/>
          </a:stretch>
        </p:blipFill>
        <p:spPr>
          <a:xfrm>
            <a:off x="4572001" y="2257483"/>
            <a:ext cx="3466214" cy="1241434"/>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D503D3D7-E8EB-192D-143D-021508D6BE2B}"/>
              </a:ext>
            </a:extLst>
          </p:cNvPr>
          <p:cNvPicPr>
            <a:picLocks noChangeAspect="1"/>
          </p:cNvPicPr>
          <p:nvPr/>
        </p:nvPicPr>
        <p:blipFill>
          <a:blip r:embed="rId4"/>
          <a:stretch>
            <a:fillRect/>
          </a:stretch>
        </p:blipFill>
        <p:spPr>
          <a:xfrm>
            <a:off x="156205" y="2023337"/>
            <a:ext cx="4383245" cy="3060544"/>
          </a:xfrm>
          <a:prstGeom prst="rect">
            <a:avLst/>
          </a:prstGeom>
        </p:spPr>
      </p:pic>
    </p:spTree>
    <p:extLst>
      <p:ext uri="{BB962C8B-B14F-4D97-AF65-F5344CB8AC3E}">
        <p14:creationId xmlns:p14="http://schemas.microsoft.com/office/powerpoint/2010/main" val="1760517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0F6D0178-7ECF-32AE-6246-11BECBFB325F}"/>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4EDC7B76-5880-F75C-B611-B6EC16A12F35}"/>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Which segment saw the most growth in unique products year-over-year?</a:t>
            </a:r>
            <a:endParaRPr sz="2000" dirty="0"/>
          </a:p>
        </p:txBody>
      </p:sp>
      <p:sp>
        <p:nvSpPr>
          <p:cNvPr id="1919" name="Google Shape;1919;p35">
            <a:extLst>
              <a:ext uri="{FF2B5EF4-FFF2-40B4-BE49-F238E27FC236}">
                <a16:creationId xmlns:a16="http://schemas.microsoft.com/office/drawing/2014/main" id="{48DE38AF-0CD0-DAAC-0C84-8C6910A3C321}"/>
              </a:ext>
            </a:extLst>
          </p:cNvPr>
          <p:cNvSpPr txBox="1">
            <a:spLocks noGrp="1"/>
          </p:cNvSpPr>
          <p:nvPr>
            <p:ph type="subTitle" idx="1"/>
          </p:nvPr>
        </p:nvSpPr>
        <p:spPr>
          <a:xfrm>
            <a:off x="4670743" y="2661102"/>
            <a:ext cx="3925150" cy="459062"/>
          </a:xfrm>
          <a:prstGeom prst="rect">
            <a:avLst/>
          </a:prstGeom>
        </p:spPr>
        <p:txBody>
          <a:bodyPr spcFirstLastPara="1" wrap="square" lIns="91425" tIns="91425" rIns="91425" bIns="91425" anchor="t" anchorCtr="0">
            <a:noAutofit/>
          </a:bodyPr>
          <a:lstStyle/>
          <a:p>
            <a:pPr marL="0" lvl="0" indent="0"/>
            <a:r>
              <a:rPr lang="en-US" sz="1800" dirty="0"/>
              <a:t>Compared distinct product counts by segment for 2020 and 2021, calculated differences.</a:t>
            </a:r>
            <a:endParaRPr sz="1800" dirty="0"/>
          </a:p>
        </p:txBody>
      </p:sp>
      <p:sp>
        <p:nvSpPr>
          <p:cNvPr id="1920" name="Google Shape;1920;p35">
            <a:extLst>
              <a:ext uri="{FF2B5EF4-FFF2-40B4-BE49-F238E27FC236}">
                <a16:creationId xmlns:a16="http://schemas.microsoft.com/office/drawing/2014/main" id="{20B56B39-ECA5-722B-AA39-6FB1FFC61D9E}"/>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04</a:t>
            </a:r>
            <a:endParaRPr dirty="0"/>
          </a:p>
        </p:txBody>
      </p:sp>
      <p:grpSp>
        <p:nvGrpSpPr>
          <p:cNvPr id="1921" name="Google Shape;1921;p35">
            <a:extLst>
              <a:ext uri="{FF2B5EF4-FFF2-40B4-BE49-F238E27FC236}">
                <a16:creationId xmlns:a16="http://schemas.microsoft.com/office/drawing/2014/main" id="{B63402FF-B731-0E50-13E6-B73CC9B6C970}"/>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DBC587B7-EDFC-4823-E766-29B3718FB8A6}"/>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1E417A4E-2188-26D3-04B3-B8B9C7777476}"/>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DC025E43-A39C-B3DB-D006-CB6B92EC8D2D}"/>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1801987D-2ADF-71D8-1910-E38AFD8947DC}"/>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B5AD531C-92A2-6EDC-44A1-8559A56876F3}"/>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CEB57841-1AD2-1C1E-EC7D-6CD4DEEC45F0}"/>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9A820F21-3856-BE8F-976F-F5481178E4CB}"/>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25F01E7E-2389-E392-4D1B-7F2ABA233FD6}"/>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B3C5300A-E9CD-5F40-8BE2-DC026E5BB3D3}"/>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9E812661-7172-2DD9-2A0C-6EB4D371862F}"/>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A6B8EDC3-7B75-44B6-A574-B8336ED4FDCB}"/>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7BEDAFF7-D928-CF51-3C34-B6A881069FB9}"/>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6C358C90-D30E-1762-7F3A-736740528E03}"/>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1D7A5E75-11FE-DB2C-8F69-A604EC59C4B3}"/>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4" name="Picture 3" descr="A graph of a bar chart&#10;&#10;AI-generated content may be incorrect.">
            <a:extLst>
              <a:ext uri="{FF2B5EF4-FFF2-40B4-BE49-F238E27FC236}">
                <a16:creationId xmlns:a16="http://schemas.microsoft.com/office/drawing/2014/main" id="{4BB77292-57C9-B329-05A4-497D0F1C63EE}"/>
              </a:ext>
            </a:extLst>
          </p:cNvPr>
          <p:cNvPicPr>
            <a:picLocks noChangeAspect="1"/>
          </p:cNvPicPr>
          <p:nvPr/>
        </p:nvPicPr>
        <p:blipFill>
          <a:blip r:embed="rId3"/>
          <a:stretch>
            <a:fillRect/>
          </a:stretch>
        </p:blipFill>
        <p:spPr>
          <a:xfrm>
            <a:off x="1318437" y="2023337"/>
            <a:ext cx="3409507" cy="2697519"/>
          </a:xfrm>
          <a:prstGeom prst="rect">
            <a:avLst/>
          </a:prstGeom>
        </p:spPr>
      </p:pic>
    </p:spTree>
    <p:extLst>
      <p:ext uri="{BB962C8B-B14F-4D97-AF65-F5344CB8AC3E}">
        <p14:creationId xmlns:p14="http://schemas.microsoft.com/office/powerpoint/2010/main" val="2205102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C5844031-05C3-B464-752B-5F5FD6D31497}"/>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24FE2307-057A-9C68-4736-D304D7F77854}"/>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Which products had the highest and lowest manufacturing costs?</a:t>
            </a:r>
            <a:endParaRPr sz="2000" dirty="0"/>
          </a:p>
        </p:txBody>
      </p:sp>
      <p:sp>
        <p:nvSpPr>
          <p:cNvPr id="1919" name="Google Shape;1919;p35">
            <a:extLst>
              <a:ext uri="{FF2B5EF4-FFF2-40B4-BE49-F238E27FC236}">
                <a16:creationId xmlns:a16="http://schemas.microsoft.com/office/drawing/2014/main" id="{33B7388A-2689-7AAB-1BD1-C8B4C75F5D10}"/>
              </a:ext>
            </a:extLst>
          </p:cNvPr>
          <p:cNvSpPr txBox="1">
            <a:spLocks noGrp="1"/>
          </p:cNvSpPr>
          <p:nvPr>
            <p:ph type="subTitle" idx="1"/>
          </p:nvPr>
        </p:nvSpPr>
        <p:spPr>
          <a:xfrm>
            <a:off x="4572000" y="3857925"/>
            <a:ext cx="4572000" cy="457800"/>
          </a:xfrm>
          <a:prstGeom prst="rect">
            <a:avLst/>
          </a:prstGeom>
        </p:spPr>
        <p:txBody>
          <a:bodyPr spcFirstLastPara="1" wrap="square" lIns="91425" tIns="91425" rIns="91425" bIns="91425" anchor="t" anchorCtr="0">
            <a:noAutofit/>
          </a:bodyPr>
          <a:lstStyle/>
          <a:p>
            <a:pPr marL="0" lvl="0" indent="0"/>
            <a:r>
              <a:rPr lang="en-US" sz="1800" dirty="0"/>
              <a:t>Selected products with max and min manufacturing costs from cost data.</a:t>
            </a:r>
            <a:endParaRPr sz="1800" dirty="0"/>
          </a:p>
        </p:txBody>
      </p:sp>
      <p:sp>
        <p:nvSpPr>
          <p:cNvPr id="1920" name="Google Shape;1920;p35">
            <a:extLst>
              <a:ext uri="{FF2B5EF4-FFF2-40B4-BE49-F238E27FC236}">
                <a16:creationId xmlns:a16="http://schemas.microsoft.com/office/drawing/2014/main" id="{C893883B-98B1-D8C6-BE7C-FD8AD236D31D}"/>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05</a:t>
            </a:r>
            <a:endParaRPr dirty="0"/>
          </a:p>
        </p:txBody>
      </p:sp>
      <p:grpSp>
        <p:nvGrpSpPr>
          <p:cNvPr id="1921" name="Google Shape;1921;p35">
            <a:extLst>
              <a:ext uri="{FF2B5EF4-FFF2-40B4-BE49-F238E27FC236}">
                <a16:creationId xmlns:a16="http://schemas.microsoft.com/office/drawing/2014/main" id="{2B25F6F5-5B51-240E-79E3-A5E4CCA59794}"/>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B48C95D7-FF78-A123-C4B2-A27A92F72B13}"/>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2CB2B642-EB0A-A541-A9AF-431B2A12F56E}"/>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B7FE4A0B-1A3F-4EE3-B6FA-6CF3D5DBCCD0}"/>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77718000-84BD-DEF3-4F98-ACF636D47D04}"/>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AD478F3D-64B7-E291-570B-C35A45DBBDF8}"/>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72868D33-BCF7-0E63-4328-DB3C2401B6DA}"/>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99DA8AEC-DA7D-3514-691A-7F673754CA28}"/>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606473F7-05CC-2D66-0625-E11BAD52379C}"/>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88D2E9C9-4D24-491F-95F6-C5ACC83D9555}"/>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A1975276-8447-0E3B-AA69-8843061321E9}"/>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16EE2F1C-FA9E-6E53-4A97-EA7609772964}"/>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3D544B84-86A9-72B9-8417-6C81F56F4D50}"/>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53C6CB43-546D-7DCF-2A53-93BDC109EEC6}"/>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96C87F9B-7DA0-D7C1-20B6-C59F0BC45C87}"/>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descr="A screenshot of a computer&#10;&#10;AI-generated content may be incorrect.">
            <a:extLst>
              <a:ext uri="{FF2B5EF4-FFF2-40B4-BE49-F238E27FC236}">
                <a16:creationId xmlns:a16="http://schemas.microsoft.com/office/drawing/2014/main" id="{D46A2330-C317-EF8E-312F-238ACE15A2D9}"/>
              </a:ext>
            </a:extLst>
          </p:cNvPr>
          <p:cNvPicPr>
            <a:picLocks noChangeAspect="1"/>
          </p:cNvPicPr>
          <p:nvPr/>
        </p:nvPicPr>
        <p:blipFill>
          <a:blip r:embed="rId3"/>
          <a:stretch>
            <a:fillRect/>
          </a:stretch>
        </p:blipFill>
        <p:spPr>
          <a:xfrm>
            <a:off x="4998540" y="2023337"/>
            <a:ext cx="2960785" cy="841800"/>
          </a:xfrm>
          <a:prstGeom prst="rect">
            <a:avLst/>
          </a:prstGeom>
        </p:spPr>
      </p:pic>
      <p:pic>
        <p:nvPicPr>
          <p:cNvPr id="4" name="Picture 3">
            <a:extLst>
              <a:ext uri="{FF2B5EF4-FFF2-40B4-BE49-F238E27FC236}">
                <a16:creationId xmlns:a16="http://schemas.microsoft.com/office/drawing/2014/main" id="{6A9F8AC7-FC7A-F4D1-B794-310499D5B186}"/>
              </a:ext>
            </a:extLst>
          </p:cNvPr>
          <p:cNvPicPr>
            <a:picLocks noChangeAspect="1"/>
          </p:cNvPicPr>
          <p:nvPr/>
        </p:nvPicPr>
        <p:blipFill>
          <a:blip r:embed="rId4"/>
          <a:stretch>
            <a:fillRect/>
          </a:stretch>
        </p:blipFill>
        <p:spPr>
          <a:xfrm>
            <a:off x="1184675" y="2023337"/>
            <a:ext cx="3781315" cy="2725308"/>
          </a:xfrm>
          <a:prstGeom prst="rect">
            <a:avLst/>
          </a:prstGeom>
        </p:spPr>
      </p:pic>
    </p:spTree>
    <p:extLst>
      <p:ext uri="{BB962C8B-B14F-4D97-AF65-F5344CB8AC3E}">
        <p14:creationId xmlns:p14="http://schemas.microsoft.com/office/powerpoint/2010/main" val="3748153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FC34F938-5C97-3BC8-5E06-077329B42F53}"/>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F2A187EC-4EF3-0670-EF15-44903369AC7C}"/>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Which products had the highest and lowest manufacturing costs?</a:t>
            </a:r>
            <a:endParaRPr sz="2000" dirty="0"/>
          </a:p>
        </p:txBody>
      </p:sp>
      <p:sp>
        <p:nvSpPr>
          <p:cNvPr id="1919" name="Google Shape;1919;p35">
            <a:extLst>
              <a:ext uri="{FF2B5EF4-FFF2-40B4-BE49-F238E27FC236}">
                <a16:creationId xmlns:a16="http://schemas.microsoft.com/office/drawing/2014/main" id="{212A7264-027B-B193-2726-16605E56A5DB}"/>
              </a:ext>
            </a:extLst>
          </p:cNvPr>
          <p:cNvSpPr txBox="1">
            <a:spLocks noGrp="1"/>
          </p:cNvSpPr>
          <p:nvPr>
            <p:ph type="subTitle" idx="1"/>
          </p:nvPr>
        </p:nvSpPr>
        <p:spPr>
          <a:xfrm>
            <a:off x="4471800" y="2799178"/>
            <a:ext cx="4572000" cy="457800"/>
          </a:xfrm>
          <a:prstGeom prst="rect">
            <a:avLst/>
          </a:prstGeom>
        </p:spPr>
        <p:txBody>
          <a:bodyPr spcFirstLastPara="1" wrap="square" lIns="91425" tIns="91425" rIns="91425" bIns="91425" anchor="t" anchorCtr="0">
            <a:noAutofit/>
          </a:bodyPr>
          <a:lstStyle/>
          <a:p>
            <a:pPr marL="0" lvl="0" indent="0"/>
            <a:r>
              <a:rPr lang="en-US" sz="1800" dirty="0"/>
              <a:t>Selected products with max and min manufacturing costs from cost data.</a:t>
            </a:r>
            <a:endParaRPr sz="1800" dirty="0"/>
          </a:p>
        </p:txBody>
      </p:sp>
      <p:sp>
        <p:nvSpPr>
          <p:cNvPr id="1920" name="Google Shape;1920;p35">
            <a:extLst>
              <a:ext uri="{FF2B5EF4-FFF2-40B4-BE49-F238E27FC236}">
                <a16:creationId xmlns:a16="http://schemas.microsoft.com/office/drawing/2014/main" id="{75E454DD-7818-8034-65C2-39714A89CA82}"/>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05</a:t>
            </a:r>
            <a:endParaRPr dirty="0"/>
          </a:p>
        </p:txBody>
      </p:sp>
      <p:grpSp>
        <p:nvGrpSpPr>
          <p:cNvPr id="1921" name="Google Shape;1921;p35">
            <a:extLst>
              <a:ext uri="{FF2B5EF4-FFF2-40B4-BE49-F238E27FC236}">
                <a16:creationId xmlns:a16="http://schemas.microsoft.com/office/drawing/2014/main" id="{AB3352B7-128E-BA40-73EE-2730EAD5AC9D}"/>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97A1D3ED-48E8-8A7D-85A5-3EFE3A9B5D6C}"/>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9EB8D267-999C-34F9-D685-4919F3E95CDB}"/>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91155236-9317-2CBB-81E4-8106BFC3B7BA}"/>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8A9605B9-7EA0-687B-D204-4CCD32A63A3A}"/>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EA899F30-27EF-62B6-1FED-289F6C201FD1}"/>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116B24E8-5E29-46EE-08DF-9271FAB58231}"/>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42724532-F49D-A21F-78DF-F8939309D53D}"/>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A0A21FEE-F025-E13C-E4FB-5F7871C08D14}"/>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88A581AD-4DB8-89C8-17D9-36A0E488EEAC}"/>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FB18813E-FA17-7A45-1AAC-3738BBC4F370}"/>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4E3D3D08-2C2C-9CC3-DCC8-A2DE912E5B1B}"/>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005BD37A-45D2-8828-B7C6-DB5A3AEF8F83}"/>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86244431-F705-5987-DD6D-0577607900B3}"/>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B8999BA5-B6EC-DCB3-F5B7-8B9A46F3E33D}"/>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descr="A graph with a red rectangle and white arrow pointing to the bottom&#10;&#10;AI-generated content may be incorrect.">
            <a:extLst>
              <a:ext uri="{FF2B5EF4-FFF2-40B4-BE49-F238E27FC236}">
                <a16:creationId xmlns:a16="http://schemas.microsoft.com/office/drawing/2014/main" id="{5983C8E0-368A-6E58-512F-F5B39A2A2EB6}"/>
              </a:ext>
            </a:extLst>
          </p:cNvPr>
          <p:cNvPicPr>
            <a:picLocks noChangeAspect="1"/>
          </p:cNvPicPr>
          <p:nvPr/>
        </p:nvPicPr>
        <p:blipFill>
          <a:blip r:embed="rId3"/>
          <a:stretch>
            <a:fillRect/>
          </a:stretch>
        </p:blipFill>
        <p:spPr>
          <a:xfrm>
            <a:off x="925387" y="2051484"/>
            <a:ext cx="3844094" cy="2915220"/>
          </a:xfrm>
          <a:prstGeom prst="rect">
            <a:avLst/>
          </a:prstGeom>
        </p:spPr>
      </p:pic>
    </p:spTree>
    <p:extLst>
      <p:ext uri="{BB962C8B-B14F-4D97-AF65-F5344CB8AC3E}">
        <p14:creationId xmlns:p14="http://schemas.microsoft.com/office/powerpoint/2010/main" val="3245858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92870992-682E-0686-F06B-9E85CA5B4DA5}"/>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FE0D068D-BCBF-6895-09B6-A983CCAADFED}"/>
              </a:ext>
            </a:extLst>
          </p:cNvPr>
          <p:cNvSpPr txBox="1">
            <a:spLocks noGrp="1"/>
          </p:cNvSpPr>
          <p:nvPr>
            <p:ph type="title"/>
          </p:nvPr>
        </p:nvSpPr>
        <p:spPr>
          <a:xfrm>
            <a:off x="1520250" y="1425025"/>
            <a:ext cx="5838000" cy="841800"/>
          </a:xfrm>
          <a:prstGeom prst="rect">
            <a:avLst/>
          </a:prstGeom>
        </p:spPr>
        <p:txBody>
          <a:bodyPr spcFirstLastPara="1" wrap="square" lIns="91425" tIns="91425" rIns="91425" bIns="91425" anchor="b" anchorCtr="0">
            <a:noAutofit/>
          </a:bodyPr>
          <a:lstStyle/>
          <a:p>
            <a:pPr lvl="0"/>
            <a:r>
              <a:rPr lang="en-US" sz="2000" dirty="0"/>
              <a:t>Who are the top Indian customers receiving the highest average pre invoice discounts in 2021?</a:t>
            </a:r>
            <a:endParaRPr sz="2000" dirty="0"/>
          </a:p>
        </p:txBody>
      </p:sp>
      <p:sp>
        <p:nvSpPr>
          <p:cNvPr id="1919" name="Google Shape;1919;p35">
            <a:extLst>
              <a:ext uri="{FF2B5EF4-FFF2-40B4-BE49-F238E27FC236}">
                <a16:creationId xmlns:a16="http://schemas.microsoft.com/office/drawing/2014/main" id="{AC9481BF-4396-6877-C245-88DB9AE2E828}"/>
              </a:ext>
            </a:extLst>
          </p:cNvPr>
          <p:cNvSpPr txBox="1">
            <a:spLocks noGrp="1"/>
          </p:cNvSpPr>
          <p:nvPr>
            <p:ph type="subTitle" idx="1"/>
          </p:nvPr>
        </p:nvSpPr>
        <p:spPr>
          <a:xfrm>
            <a:off x="4406747" y="3857925"/>
            <a:ext cx="4189146" cy="457800"/>
          </a:xfrm>
          <a:prstGeom prst="rect">
            <a:avLst/>
          </a:prstGeom>
        </p:spPr>
        <p:txBody>
          <a:bodyPr spcFirstLastPara="1" wrap="square" lIns="91425" tIns="91425" rIns="91425" bIns="91425" anchor="t" anchorCtr="0">
            <a:noAutofit/>
          </a:bodyPr>
          <a:lstStyle/>
          <a:p>
            <a:pPr marL="0" lvl="0" indent="0"/>
            <a:r>
              <a:rPr lang="en-US" sz="1800" dirty="0"/>
              <a:t>Filtered Indian market data, grouped by customer, calculated average discounts, and sorted.</a:t>
            </a:r>
            <a:endParaRPr sz="1800" dirty="0"/>
          </a:p>
        </p:txBody>
      </p:sp>
      <p:sp>
        <p:nvSpPr>
          <p:cNvPr id="1920" name="Google Shape;1920;p35">
            <a:extLst>
              <a:ext uri="{FF2B5EF4-FFF2-40B4-BE49-F238E27FC236}">
                <a16:creationId xmlns:a16="http://schemas.microsoft.com/office/drawing/2014/main" id="{4E205464-6FFB-52EC-4531-AFFB1A2DDEE1}"/>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06</a:t>
            </a:r>
            <a:endParaRPr dirty="0"/>
          </a:p>
        </p:txBody>
      </p:sp>
      <p:grpSp>
        <p:nvGrpSpPr>
          <p:cNvPr id="1921" name="Google Shape;1921;p35">
            <a:extLst>
              <a:ext uri="{FF2B5EF4-FFF2-40B4-BE49-F238E27FC236}">
                <a16:creationId xmlns:a16="http://schemas.microsoft.com/office/drawing/2014/main" id="{0E8ACE84-07A8-CCC4-7EB9-03EBB15199E1}"/>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3145366E-819A-13E1-B87E-06ABDAA21B84}"/>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F1D96565-FFF6-5F19-74D8-AEC95DE6027C}"/>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6A8EAE2C-FC20-3203-DFAC-34927017FDF2}"/>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3FB99280-10E8-5000-CDDF-222B44F66481}"/>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E0F7D9E7-5873-AF48-D94E-750E50334320}"/>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6B2462F6-91AA-3AA3-C038-C0F9DE5BB523}"/>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A053A3C5-2323-6BE1-EBFA-2EE65DD3F8E7}"/>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501160AE-BCDE-B7A5-6927-20E02588416C}"/>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1E79928E-65A6-E3B0-3BEF-57E63D819B16}"/>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74447EE3-759A-8709-E63E-9C0E7C3D27C5}"/>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2BC8F367-D7E6-7CD6-182F-7F03567A482D}"/>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138FD47D-AF57-4E58-49B1-4356FECC0D5B}"/>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3D4A83B8-9E0B-3388-52D1-720C51790451}"/>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FB3A9474-1DB7-370D-DC2F-9F032362E7C8}"/>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12F31055-F9B0-6F46-3A1E-CCB6C2EB8FC8}"/>
              </a:ext>
            </a:extLst>
          </p:cNvPr>
          <p:cNvPicPr>
            <a:picLocks noChangeAspect="1"/>
          </p:cNvPicPr>
          <p:nvPr/>
        </p:nvPicPr>
        <p:blipFill>
          <a:blip r:embed="rId3"/>
          <a:stretch>
            <a:fillRect/>
          </a:stretch>
        </p:blipFill>
        <p:spPr>
          <a:xfrm>
            <a:off x="4541094" y="2251779"/>
            <a:ext cx="3772426" cy="1606146"/>
          </a:xfrm>
          <a:prstGeom prst="rect">
            <a:avLst/>
          </a:prstGeom>
        </p:spPr>
      </p:pic>
      <p:pic>
        <p:nvPicPr>
          <p:cNvPr id="4" name="Picture 3" descr="A screenshot of a computer code&#10;&#10;AI-generated content may be incorrect.">
            <a:extLst>
              <a:ext uri="{FF2B5EF4-FFF2-40B4-BE49-F238E27FC236}">
                <a16:creationId xmlns:a16="http://schemas.microsoft.com/office/drawing/2014/main" id="{DBEA4AA0-C7B3-02A9-BE02-93D2BFD40BE8}"/>
              </a:ext>
            </a:extLst>
          </p:cNvPr>
          <p:cNvPicPr>
            <a:picLocks noChangeAspect="1"/>
          </p:cNvPicPr>
          <p:nvPr/>
        </p:nvPicPr>
        <p:blipFill>
          <a:blip r:embed="rId4"/>
          <a:stretch>
            <a:fillRect/>
          </a:stretch>
        </p:blipFill>
        <p:spPr>
          <a:xfrm>
            <a:off x="202201" y="2251779"/>
            <a:ext cx="4204546" cy="2496866"/>
          </a:xfrm>
          <a:prstGeom prst="rect">
            <a:avLst/>
          </a:prstGeom>
        </p:spPr>
      </p:pic>
    </p:spTree>
    <p:extLst>
      <p:ext uri="{BB962C8B-B14F-4D97-AF65-F5344CB8AC3E}">
        <p14:creationId xmlns:p14="http://schemas.microsoft.com/office/powerpoint/2010/main" val="2600365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38F53E71-5680-47C5-DDEC-D3D14C645179}"/>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9D335F4E-AE60-CCCF-945B-3A1EB7F8FB11}"/>
              </a:ext>
            </a:extLst>
          </p:cNvPr>
          <p:cNvSpPr txBox="1">
            <a:spLocks noGrp="1"/>
          </p:cNvSpPr>
          <p:nvPr>
            <p:ph type="title"/>
          </p:nvPr>
        </p:nvSpPr>
        <p:spPr>
          <a:xfrm>
            <a:off x="1520250" y="1425025"/>
            <a:ext cx="5838000" cy="841800"/>
          </a:xfrm>
          <a:prstGeom prst="rect">
            <a:avLst/>
          </a:prstGeom>
        </p:spPr>
        <p:txBody>
          <a:bodyPr spcFirstLastPara="1" wrap="square" lIns="91425" tIns="91425" rIns="91425" bIns="91425" anchor="b" anchorCtr="0">
            <a:noAutofit/>
          </a:bodyPr>
          <a:lstStyle/>
          <a:p>
            <a:pPr lvl="0"/>
            <a:r>
              <a:rPr lang="en-US" sz="2000" dirty="0"/>
              <a:t>Who are the top Indian customers receiving the highest average pre invoice discounts in 2021?</a:t>
            </a:r>
            <a:endParaRPr sz="2000" dirty="0"/>
          </a:p>
        </p:txBody>
      </p:sp>
      <p:sp>
        <p:nvSpPr>
          <p:cNvPr id="1919" name="Google Shape;1919;p35">
            <a:extLst>
              <a:ext uri="{FF2B5EF4-FFF2-40B4-BE49-F238E27FC236}">
                <a16:creationId xmlns:a16="http://schemas.microsoft.com/office/drawing/2014/main" id="{9A981B3F-6C5F-F978-1228-3E465C428819}"/>
              </a:ext>
            </a:extLst>
          </p:cNvPr>
          <p:cNvSpPr txBox="1">
            <a:spLocks noGrp="1"/>
          </p:cNvSpPr>
          <p:nvPr>
            <p:ph type="subTitle" idx="1"/>
          </p:nvPr>
        </p:nvSpPr>
        <p:spPr>
          <a:xfrm>
            <a:off x="4406747" y="3857925"/>
            <a:ext cx="4189146" cy="457800"/>
          </a:xfrm>
          <a:prstGeom prst="rect">
            <a:avLst/>
          </a:prstGeom>
        </p:spPr>
        <p:txBody>
          <a:bodyPr spcFirstLastPara="1" wrap="square" lIns="91425" tIns="91425" rIns="91425" bIns="91425" anchor="t" anchorCtr="0">
            <a:noAutofit/>
          </a:bodyPr>
          <a:lstStyle/>
          <a:p>
            <a:pPr marL="0" lvl="0" indent="0"/>
            <a:r>
              <a:rPr lang="en-US" sz="1800" dirty="0"/>
              <a:t>Filtered Indian market data, grouped by customer, calculated average discounts, and sorted.</a:t>
            </a:r>
            <a:endParaRPr sz="1800" dirty="0"/>
          </a:p>
        </p:txBody>
      </p:sp>
      <p:sp>
        <p:nvSpPr>
          <p:cNvPr id="1920" name="Google Shape;1920;p35">
            <a:extLst>
              <a:ext uri="{FF2B5EF4-FFF2-40B4-BE49-F238E27FC236}">
                <a16:creationId xmlns:a16="http://schemas.microsoft.com/office/drawing/2014/main" id="{1FD70D24-1BA3-D7A2-8934-677FE9C2F41B}"/>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06</a:t>
            </a:r>
            <a:endParaRPr dirty="0"/>
          </a:p>
        </p:txBody>
      </p:sp>
      <p:grpSp>
        <p:nvGrpSpPr>
          <p:cNvPr id="1921" name="Google Shape;1921;p35">
            <a:extLst>
              <a:ext uri="{FF2B5EF4-FFF2-40B4-BE49-F238E27FC236}">
                <a16:creationId xmlns:a16="http://schemas.microsoft.com/office/drawing/2014/main" id="{6A091EAF-79C3-73A1-7144-384BB91715D3}"/>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8518B08B-D548-3B33-3A0F-E381E729D5F3}"/>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124E0049-51C3-FE9E-0C6E-D41CB15E2AD2}"/>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8F14D06A-D3D5-FDC5-99A7-3220EF3DC133}"/>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C7547462-2120-4EC7-6905-677AE4EDF444}"/>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42B43DCC-A5A0-E3EF-C6AC-C3EFAF2AC5B4}"/>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59E4064B-70CD-4B33-9563-D0D9689908B1}"/>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3CDA2DEB-9795-EFDB-9E45-B9B8B1E8B740}"/>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55DDFD65-0C3C-EBF2-462F-AEAA9A0C9762}"/>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CB1AE764-AA30-2662-42F3-A1E43C899D9E}"/>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E2A0E1A6-55A1-9EE4-B4F1-8218F9AF2E3F}"/>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14F74710-A11D-EACE-3562-2400BA256D03}"/>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E5893EED-8A13-68D2-CE13-B218E9AE82AA}"/>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B5A041AC-770C-A782-7D40-E4A55F4126D6}"/>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A7DF4BCA-6F77-C899-EF3E-8BFEDC22D21E}"/>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descr="A screenshot of a computer screen&#10;&#10;AI-generated content may be incorrect.">
            <a:extLst>
              <a:ext uri="{FF2B5EF4-FFF2-40B4-BE49-F238E27FC236}">
                <a16:creationId xmlns:a16="http://schemas.microsoft.com/office/drawing/2014/main" id="{C281626B-AE44-2114-F00F-1873344DDF9D}"/>
              </a:ext>
            </a:extLst>
          </p:cNvPr>
          <p:cNvPicPr>
            <a:picLocks noChangeAspect="1"/>
          </p:cNvPicPr>
          <p:nvPr/>
        </p:nvPicPr>
        <p:blipFill>
          <a:blip r:embed="rId3"/>
          <a:stretch>
            <a:fillRect/>
          </a:stretch>
        </p:blipFill>
        <p:spPr>
          <a:xfrm>
            <a:off x="633022" y="2197394"/>
            <a:ext cx="3886013" cy="2643964"/>
          </a:xfrm>
          <a:prstGeom prst="rect">
            <a:avLst/>
          </a:prstGeom>
        </p:spPr>
      </p:pic>
    </p:spTree>
    <p:extLst>
      <p:ext uri="{BB962C8B-B14F-4D97-AF65-F5344CB8AC3E}">
        <p14:creationId xmlns:p14="http://schemas.microsoft.com/office/powerpoint/2010/main" val="1532824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0E93C36C-C33A-0C4F-8D4A-291A3E9BD9A3}"/>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19C3FD82-0C38-04D9-5079-B364844EB81A}"/>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What were the monthly gross sales trends for AtliQ Exclusive?</a:t>
            </a:r>
            <a:endParaRPr sz="2000" dirty="0"/>
          </a:p>
        </p:txBody>
      </p:sp>
      <p:sp>
        <p:nvSpPr>
          <p:cNvPr id="1919" name="Google Shape;1919;p35">
            <a:extLst>
              <a:ext uri="{FF2B5EF4-FFF2-40B4-BE49-F238E27FC236}">
                <a16:creationId xmlns:a16="http://schemas.microsoft.com/office/drawing/2014/main" id="{6A7CB14A-AE29-74CF-0940-786280313B5B}"/>
              </a:ext>
            </a:extLst>
          </p:cNvPr>
          <p:cNvSpPr txBox="1">
            <a:spLocks noGrp="1"/>
          </p:cNvSpPr>
          <p:nvPr>
            <p:ph type="subTitle" idx="1"/>
          </p:nvPr>
        </p:nvSpPr>
        <p:spPr>
          <a:xfrm>
            <a:off x="5492281" y="3961963"/>
            <a:ext cx="2936910" cy="457800"/>
          </a:xfrm>
          <a:prstGeom prst="rect">
            <a:avLst/>
          </a:prstGeom>
        </p:spPr>
        <p:txBody>
          <a:bodyPr spcFirstLastPara="1" wrap="square" lIns="91425" tIns="91425" rIns="91425" bIns="91425" anchor="t" anchorCtr="0">
            <a:noAutofit/>
          </a:bodyPr>
          <a:lstStyle/>
          <a:p>
            <a:pPr marL="0" lvl="0" indent="0"/>
            <a:r>
              <a:rPr lang="en-US" sz="1800" dirty="0"/>
              <a:t>Aggregated monthly sales for AtliQ Exclusive from fact tables.</a:t>
            </a:r>
            <a:endParaRPr sz="1800" dirty="0"/>
          </a:p>
        </p:txBody>
      </p:sp>
      <p:sp>
        <p:nvSpPr>
          <p:cNvPr id="1920" name="Google Shape;1920;p35">
            <a:extLst>
              <a:ext uri="{FF2B5EF4-FFF2-40B4-BE49-F238E27FC236}">
                <a16:creationId xmlns:a16="http://schemas.microsoft.com/office/drawing/2014/main" id="{9572AB32-C1E5-635C-1129-32C70A91ABC2}"/>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07</a:t>
            </a:r>
            <a:endParaRPr dirty="0"/>
          </a:p>
        </p:txBody>
      </p:sp>
      <p:grpSp>
        <p:nvGrpSpPr>
          <p:cNvPr id="1921" name="Google Shape;1921;p35">
            <a:extLst>
              <a:ext uri="{FF2B5EF4-FFF2-40B4-BE49-F238E27FC236}">
                <a16:creationId xmlns:a16="http://schemas.microsoft.com/office/drawing/2014/main" id="{99D1A06D-BD6B-B934-AA0E-D2283EEAFB77}"/>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BA65F98B-7A84-C388-DF60-82AEFE9E8E5B}"/>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E0B74336-7B55-DC8D-725F-436C69D64F3E}"/>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CA3F0285-7099-C88E-B938-2D089F5EB8C5}"/>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AD51E919-7DC8-E8A9-5295-A980C401C28C}"/>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28EF3899-4554-1059-0DB5-CFD01CB0E7D5}"/>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31E56F71-441C-DD18-6C24-F09DDBCF9786}"/>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6060F4D8-B7DC-F221-37F5-F7EE2728C421}"/>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079A899A-18DA-BDF7-4047-91346908A63C}"/>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0F6EFB65-8DD1-DB0A-A8FC-B78C353E11BE}"/>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D3B74B1A-223C-227C-6825-2FC20CEA2343}"/>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08371DDB-86F9-33BA-6C10-40EA2BDBE8D1}"/>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6760F146-367F-3722-8C25-F122EA4B4479}"/>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CB193250-72FF-0B4B-9268-B46034AFF09B}"/>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DBBCB25A-B300-2CE5-92F5-2D8D5F35F73A}"/>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descr="A screenshot of a table&#10;&#10;AI-generated content may be incorrect.">
            <a:extLst>
              <a:ext uri="{FF2B5EF4-FFF2-40B4-BE49-F238E27FC236}">
                <a16:creationId xmlns:a16="http://schemas.microsoft.com/office/drawing/2014/main" id="{B83FC770-936D-8C78-E4E5-D7493B927F57}"/>
              </a:ext>
            </a:extLst>
          </p:cNvPr>
          <p:cNvPicPr>
            <a:picLocks noChangeAspect="1"/>
          </p:cNvPicPr>
          <p:nvPr/>
        </p:nvPicPr>
        <p:blipFill>
          <a:blip r:embed="rId3"/>
          <a:stretch>
            <a:fillRect/>
          </a:stretch>
        </p:blipFill>
        <p:spPr>
          <a:xfrm>
            <a:off x="6054122" y="1661973"/>
            <a:ext cx="2092695" cy="2339621"/>
          </a:xfrm>
          <a:prstGeom prst="rect">
            <a:avLst/>
          </a:prstGeom>
        </p:spPr>
      </p:pic>
      <p:pic>
        <p:nvPicPr>
          <p:cNvPr id="4" name="Picture 3" descr="A white background with text&#10;&#10;AI-generated content may be incorrect.">
            <a:extLst>
              <a:ext uri="{FF2B5EF4-FFF2-40B4-BE49-F238E27FC236}">
                <a16:creationId xmlns:a16="http://schemas.microsoft.com/office/drawing/2014/main" id="{6F244CA9-A890-9136-4AE7-06B8EEAD850F}"/>
              </a:ext>
            </a:extLst>
          </p:cNvPr>
          <p:cNvPicPr>
            <a:picLocks noChangeAspect="1"/>
          </p:cNvPicPr>
          <p:nvPr/>
        </p:nvPicPr>
        <p:blipFill>
          <a:blip r:embed="rId4"/>
          <a:stretch>
            <a:fillRect/>
          </a:stretch>
        </p:blipFill>
        <p:spPr>
          <a:xfrm>
            <a:off x="277135" y="1950353"/>
            <a:ext cx="5215145" cy="3016351"/>
          </a:xfrm>
          <a:prstGeom prst="rect">
            <a:avLst/>
          </a:prstGeom>
        </p:spPr>
      </p:pic>
    </p:spTree>
    <p:extLst>
      <p:ext uri="{BB962C8B-B14F-4D97-AF65-F5344CB8AC3E}">
        <p14:creationId xmlns:p14="http://schemas.microsoft.com/office/powerpoint/2010/main" val="164686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D5598D85-0663-DB61-AC27-B6641A89CFA5}"/>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349CD141-63FD-82AB-B1DF-AF4CEB5DC974}"/>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What were the monthly gross sales trends for AtliQ Exclusive?</a:t>
            </a:r>
            <a:endParaRPr sz="2000" dirty="0"/>
          </a:p>
        </p:txBody>
      </p:sp>
      <p:sp>
        <p:nvSpPr>
          <p:cNvPr id="1919" name="Google Shape;1919;p35">
            <a:extLst>
              <a:ext uri="{FF2B5EF4-FFF2-40B4-BE49-F238E27FC236}">
                <a16:creationId xmlns:a16="http://schemas.microsoft.com/office/drawing/2014/main" id="{CC16F7CC-48E7-E9F3-248F-C8EF4A4FA871}"/>
              </a:ext>
            </a:extLst>
          </p:cNvPr>
          <p:cNvSpPr txBox="1">
            <a:spLocks noGrp="1"/>
          </p:cNvSpPr>
          <p:nvPr>
            <p:ph type="subTitle" idx="1"/>
          </p:nvPr>
        </p:nvSpPr>
        <p:spPr>
          <a:xfrm>
            <a:off x="5492281" y="3961963"/>
            <a:ext cx="2936910" cy="457800"/>
          </a:xfrm>
          <a:prstGeom prst="rect">
            <a:avLst/>
          </a:prstGeom>
        </p:spPr>
        <p:txBody>
          <a:bodyPr spcFirstLastPara="1" wrap="square" lIns="91425" tIns="91425" rIns="91425" bIns="91425" anchor="t" anchorCtr="0">
            <a:noAutofit/>
          </a:bodyPr>
          <a:lstStyle/>
          <a:p>
            <a:pPr marL="0" lvl="0" indent="0"/>
            <a:r>
              <a:rPr lang="en-US" sz="1800" dirty="0"/>
              <a:t>Aggregated monthly sales for AtliQ Exclusive from fact tables.</a:t>
            </a:r>
            <a:endParaRPr sz="1800" dirty="0"/>
          </a:p>
        </p:txBody>
      </p:sp>
      <p:sp>
        <p:nvSpPr>
          <p:cNvPr id="1920" name="Google Shape;1920;p35">
            <a:extLst>
              <a:ext uri="{FF2B5EF4-FFF2-40B4-BE49-F238E27FC236}">
                <a16:creationId xmlns:a16="http://schemas.microsoft.com/office/drawing/2014/main" id="{0B5BD14C-D9A8-DCBC-B99E-3C523ED57AEB}"/>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07</a:t>
            </a:r>
            <a:endParaRPr dirty="0"/>
          </a:p>
        </p:txBody>
      </p:sp>
      <p:grpSp>
        <p:nvGrpSpPr>
          <p:cNvPr id="1921" name="Google Shape;1921;p35">
            <a:extLst>
              <a:ext uri="{FF2B5EF4-FFF2-40B4-BE49-F238E27FC236}">
                <a16:creationId xmlns:a16="http://schemas.microsoft.com/office/drawing/2014/main" id="{985C1BC9-0402-6CBD-371D-B1CF0852013A}"/>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360B2148-AA50-D924-40E1-5D50CAC47F7B}"/>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4CEA6F3C-6DB0-1B6C-E719-42995C54B786}"/>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3F8380A0-724E-7888-0205-175431C04805}"/>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B29642E3-96A4-7709-D0AF-81D666130CD1}"/>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5D2AE0BD-998F-EF81-9AA2-D16A04DCD1CD}"/>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92CA304A-CAB5-CE80-B08C-B6B2A7F87197}"/>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CCC87499-01FE-FE39-6889-A859B8FB66DE}"/>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1C734F40-7DE9-2913-04E5-2DACF46311EC}"/>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62E9ADA6-28AB-1069-5CD6-9A0A79E383C8}"/>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B3BCFF8A-9446-FB48-2982-1F9BC6C9E555}"/>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B78C879C-AB75-B735-8380-CFE2F328C08E}"/>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2AAD9644-6865-B427-518F-9C945925B671}"/>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8D362375-F584-0E58-EF6F-C8352B208448}"/>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7FE055D3-E7E7-12C8-5FCC-5118E289513D}"/>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descr="A graph of a crash&#10;&#10;AI-generated content may be incorrect.">
            <a:extLst>
              <a:ext uri="{FF2B5EF4-FFF2-40B4-BE49-F238E27FC236}">
                <a16:creationId xmlns:a16="http://schemas.microsoft.com/office/drawing/2014/main" id="{F678C858-E6F2-C429-0EA9-4C392D10BF0E}"/>
              </a:ext>
            </a:extLst>
          </p:cNvPr>
          <p:cNvPicPr>
            <a:picLocks noChangeAspect="1"/>
          </p:cNvPicPr>
          <p:nvPr/>
        </p:nvPicPr>
        <p:blipFill>
          <a:blip r:embed="rId3"/>
          <a:stretch>
            <a:fillRect/>
          </a:stretch>
        </p:blipFill>
        <p:spPr>
          <a:xfrm>
            <a:off x="714809" y="2023336"/>
            <a:ext cx="4821222" cy="3002319"/>
          </a:xfrm>
          <a:prstGeom prst="rect">
            <a:avLst/>
          </a:prstGeom>
        </p:spPr>
      </p:pic>
    </p:spTree>
    <p:extLst>
      <p:ext uri="{BB962C8B-B14F-4D97-AF65-F5344CB8AC3E}">
        <p14:creationId xmlns:p14="http://schemas.microsoft.com/office/powerpoint/2010/main" val="1574863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FAEA4BDF-2C3A-B14B-A7D6-7E80303C0B46}"/>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7673C81A-8343-6007-873C-7D23BAB1B2B0}"/>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Which quarter in 2020 saw the highest quantity of products sold?</a:t>
            </a:r>
            <a:endParaRPr sz="2000" dirty="0"/>
          </a:p>
        </p:txBody>
      </p:sp>
      <p:sp>
        <p:nvSpPr>
          <p:cNvPr id="1919" name="Google Shape;1919;p35">
            <a:extLst>
              <a:ext uri="{FF2B5EF4-FFF2-40B4-BE49-F238E27FC236}">
                <a16:creationId xmlns:a16="http://schemas.microsoft.com/office/drawing/2014/main" id="{FFC2B8A2-552C-2FA6-A30E-0CEFB283C6F5}"/>
              </a:ext>
            </a:extLst>
          </p:cNvPr>
          <p:cNvSpPr txBox="1">
            <a:spLocks noGrp="1"/>
          </p:cNvSpPr>
          <p:nvPr>
            <p:ph type="subTitle" idx="1"/>
          </p:nvPr>
        </p:nvSpPr>
        <p:spPr>
          <a:xfrm>
            <a:off x="4843165" y="3733704"/>
            <a:ext cx="3885086" cy="457800"/>
          </a:xfrm>
          <a:prstGeom prst="rect">
            <a:avLst/>
          </a:prstGeom>
        </p:spPr>
        <p:txBody>
          <a:bodyPr spcFirstLastPara="1" wrap="square" lIns="91425" tIns="91425" rIns="91425" bIns="91425" anchor="t" anchorCtr="0">
            <a:noAutofit/>
          </a:bodyPr>
          <a:lstStyle/>
          <a:p>
            <a:pPr marL="0" lvl="0" indent="0"/>
            <a:r>
              <a:rPr lang="en-US" sz="1800" dirty="0"/>
              <a:t>Grouped sales by quarter and summed quantities sold.</a:t>
            </a:r>
            <a:endParaRPr sz="1800" dirty="0"/>
          </a:p>
        </p:txBody>
      </p:sp>
      <p:sp>
        <p:nvSpPr>
          <p:cNvPr id="1920" name="Google Shape;1920;p35">
            <a:extLst>
              <a:ext uri="{FF2B5EF4-FFF2-40B4-BE49-F238E27FC236}">
                <a16:creationId xmlns:a16="http://schemas.microsoft.com/office/drawing/2014/main" id="{44058596-9492-3E30-0827-F5BF87094EC3}"/>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08</a:t>
            </a:r>
            <a:endParaRPr dirty="0"/>
          </a:p>
        </p:txBody>
      </p:sp>
      <p:grpSp>
        <p:nvGrpSpPr>
          <p:cNvPr id="1921" name="Google Shape;1921;p35">
            <a:extLst>
              <a:ext uri="{FF2B5EF4-FFF2-40B4-BE49-F238E27FC236}">
                <a16:creationId xmlns:a16="http://schemas.microsoft.com/office/drawing/2014/main" id="{9BE8363B-13E5-A6DF-AA9D-028CDD877D8E}"/>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5D85F808-9275-E423-718E-55ECB9517075}"/>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259A1D17-2415-4080-98F5-D5491711ECFB}"/>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2354201E-5856-128B-19D4-F570DFB34595}"/>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680C0605-8402-957D-EF5B-94EA4EF6948A}"/>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EC7F5042-F634-237E-692F-92E8ED5C96E8}"/>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8D31F2B4-D03D-C1D4-DA9B-57C6414DF53F}"/>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51F5C3DE-02DA-7772-6CB3-A20F50C65D86}"/>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17D144D5-09AD-6B63-5600-2037B2E80AB7}"/>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33720B90-0C74-57C4-A7D4-F237A0319DEB}"/>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1673705B-4BD9-32A9-C90E-5F6761040E50}"/>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CDC6C6CF-6FC9-2B0F-F2C4-FFBCBF4BD6EB}"/>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1B2F9E58-2A2A-1955-8243-13CA0E672F14}"/>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ACBBBDAF-42D6-B661-7217-D1A682CA1A00}"/>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D2195F2B-79D6-A691-8D3C-709EFBAEFB65}"/>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D0D023B8-784C-D57F-D15E-7671D229A97C}"/>
              </a:ext>
            </a:extLst>
          </p:cNvPr>
          <p:cNvPicPr>
            <a:picLocks noChangeAspect="1"/>
          </p:cNvPicPr>
          <p:nvPr/>
        </p:nvPicPr>
        <p:blipFill>
          <a:blip r:embed="rId3"/>
          <a:stretch>
            <a:fillRect/>
          </a:stretch>
        </p:blipFill>
        <p:spPr>
          <a:xfrm>
            <a:off x="4949908" y="2127375"/>
            <a:ext cx="3196909" cy="1606329"/>
          </a:xfrm>
          <a:prstGeom prst="rect">
            <a:avLst/>
          </a:prstGeom>
        </p:spPr>
      </p:pic>
      <p:pic>
        <p:nvPicPr>
          <p:cNvPr id="4" name="Picture 3">
            <a:extLst>
              <a:ext uri="{FF2B5EF4-FFF2-40B4-BE49-F238E27FC236}">
                <a16:creationId xmlns:a16="http://schemas.microsoft.com/office/drawing/2014/main" id="{5370209F-1044-4BFD-6FCE-9C397FDCFCE8}"/>
              </a:ext>
            </a:extLst>
          </p:cNvPr>
          <p:cNvPicPr>
            <a:picLocks noChangeAspect="1"/>
          </p:cNvPicPr>
          <p:nvPr/>
        </p:nvPicPr>
        <p:blipFill>
          <a:blip r:embed="rId4"/>
          <a:stretch>
            <a:fillRect/>
          </a:stretch>
        </p:blipFill>
        <p:spPr>
          <a:xfrm>
            <a:off x="415749" y="1975342"/>
            <a:ext cx="4462691" cy="2991361"/>
          </a:xfrm>
          <a:prstGeom prst="rect">
            <a:avLst/>
          </a:prstGeom>
        </p:spPr>
      </p:pic>
    </p:spTree>
    <p:extLst>
      <p:ext uri="{BB962C8B-B14F-4D97-AF65-F5344CB8AC3E}">
        <p14:creationId xmlns:p14="http://schemas.microsoft.com/office/powerpoint/2010/main" val="121751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5A46C009-1898-9642-A238-29264A72B4DA}"/>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8695AC4E-5F54-3609-6C9E-02309B8B96A2}"/>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Which quarter in 2020 saw the highest quantity of products sold?</a:t>
            </a:r>
            <a:endParaRPr sz="2000" dirty="0"/>
          </a:p>
        </p:txBody>
      </p:sp>
      <p:sp>
        <p:nvSpPr>
          <p:cNvPr id="1919" name="Google Shape;1919;p35">
            <a:extLst>
              <a:ext uri="{FF2B5EF4-FFF2-40B4-BE49-F238E27FC236}">
                <a16:creationId xmlns:a16="http://schemas.microsoft.com/office/drawing/2014/main" id="{21165084-7FBF-FF10-5B80-EF14D7C1E1EA}"/>
              </a:ext>
            </a:extLst>
          </p:cNvPr>
          <p:cNvSpPr txBox="1">
            <a:spLocks noGrp="1"/>
          </p:cNvSpPr>
          <p:nvPr>
            <p:ph type="subTitle" idx="1"/>
          </p:nvPr>
        </p:nvSpPr>
        <p:spPr>
          <a:xfrm>
            <a:off x="4843165" y="3733704"/>
            <a:ext cx="3885086" cy="457800"/>
          </a:xfrm>
          <a:prstGeom prst="rect">
            <a:avLst/>
          </a:prstGeom>
        </p:spPr>
        <p:txBody>
          <a:bodyPr spcFirstLastPara="1" wrap="square" lIns="91425" tIns="91425" rIns="91425" bIns="91425" anchor="t" anchorCtr="0">
            <a:noAutofit/>
          </a:bodyPr>
          <a:lstStyle/>
          <a:p>
            <a:pPr marL="0" lvl="0" indent="0"/>
            <a:r>
              <a:rPr lang="en-US" sz="1800" dirty="0"/>
              <a:t>Grouped sales by quarter and summed quantities sold.</a:t>
            </a:r>
            <a:endParaRPr sz="1800" dirty="0"/>
          </a:p>
        </p:txBody>
      </p:sp>
      <p:sp>
        <p:nvSpPr>
          <p:cNvPr id="1920" name="Google Shape;1920;p35">
            <a:extLst>
              <a:ext uri="{FF2B5EF4-FFF2-40B4-BE49-F238E27FC236}">
                <a16:creationId xmlns:a16="http://schemas.microsoft.com/office/drawing/2014/main" id="{40BDD6E3-1853-EDD5-BE22-EF3367E5E90D}"/>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08</a:t>
            </a:r>
            <a:endParaRPr dirty="0"/>
          </a:p>
        </p:txBody>
      </p:sp>
      <p:grpSp>
        <p:nvGrpSpPr>
          <p:cNvPr id="1921" name="Google Shape;1921;p35">
            <a:extLst>
              <a:ext uri="{FF2B5EF4-FFF2-40B4-BE49-F238E27FC236}">
                <a16:creationId xmlns:a16="http://schemas.microsoft.com/office/drawing/2014/main" id="{B8C7240C-6E1A-090F-2B42-E1D46382E9E6}"/>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DE89AE4F-1B0C-72B3-F02C-6D99D9BFE6BA}"/>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6916F07D-96E0-7E97-F9DB-5C85F1F31D19}"/>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AE36C738-EDD0-C1B8-6BED-5628A9D411BF}"/>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CAD5193F-7997-9C30-3E18-6E13C0E78802}"/>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4BCF66E8-E967-6882-97B9-374323594FB3}"/>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DD4ADD6C-B9DE-2D8B-4B57-B0E14E3F33E2}"/>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B092DF51-2ADB-8D2C-A047-B14CA0FEA145}"/>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DB091B8E-8488-0010-4965-8088EE499676}"/>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3DD9B1F7-4EE0-7A53-947D-57450131038F}"/>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208DF036-F46E-741A-F271-9880E1C3AE4F}"/>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44F130EE-404E-80A5-70C3-37616FDD62CC}"/>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EF7D0900-5919-FE41-3733-DF095E77F00A}"/>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DD697854-CE8D-737A-168E-7A088E21415B}"/>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5B809484-0FE0-16A0-ABF4-2068DEA3115E}"/>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descr="A graph of a number of sales&#10;&#10;AI-generated content may be incorrect.">
            <a:extLst>
              <a:ext uri="{FF2B5EF4-FFF2-40B4-BE49-F238E27FC236}">
                <a16:creationId xmlns:a16="http://schemas.microsoft.com/office/drawing/2014/main" id="{646527D0-7CAE-4B2C-802F-D0AD094F33E8}"/>
              </a:ext>
            </a:extLst>
          </p:cNvPr>
          <p:cNvPicPr>
            <a:picLocks noChangeAspect="1"/>
          </p:cNvPicPr>
          <p:nvPr/>
        </p:nvPicPr>
        <p:blipFill>
          <a:blip r:embed="rId3"/>
          <a:stretch>
            <a:fillRect/>
          </a:stretch>
        </p:blipFill>
        <p:spPr>
          <a:xfrm>
            <a:off x="1039812" y="2023337"/>
            <a:ext cx="4113435" cy="2775984"/>
          </a:xfrm>
          <a:prstGeom prst="rect">
            <a:avLst/>
          </a:prstGeom>
        </p:spPr>
      </p:pic>
    </p:spTree>
    <p:extLst>
      <p:ext uri="{BB962C8B-B14F-4D97-AF65-F5344CB8AC3E}">
        <p14:creationId xmlns:p14="http://schemas.microsoft.com/office/powerpoint/2010/main" val="4246120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872E7733-633C-D34D-98E9-116623D3A2D6}"/>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1D14EE9C-E65F-9C85-6CE6-ED175FF82E94}"/>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What is the contribution of each sales channel to total sales in 2021?</a:t>
            </a:r>
            <a:endParaRPr sz="2000" dirty="0"/>
          </a:p>
        </p:txBody>
      </p:sp>
      <p:sp>
        <p:nvSpPr>
          <p:cNvPr id="1919" name="Google Shape;1919;p35">
            <a:extLst>
              <a:ext uri="{FF2B5EF4-FFF2-40B4-BE49-F238E27FC236}">
                <a16:creationId xmlns:a16="http://schemas.microsoft.com/office/drawing/2014/main" id="{A77F4B31-923B-7B72-0C9C-4E80C81E34A8}"/>
              </a:ext>
            </a:extLst>
          </p:cNvPr>
          <p:cNvSpPr txBox="1">
            <a:spLocks noGrp="1"/>
          </p:cNvSpPr>
          <p:nvPr>
            <p:ph type="subTitle" idx="1"/>
          </p:nvPr>
        </p:nvSpPr>
        <p:spPr>
          <a:xfrm>
            <a:off x="5243141" y="3275262"/>
            <a:ext cx="2811833" cy="457800"/>
          </a:xfrm>
          <a:prstGeom prst="rect">
            <a:avLst/>
          </a:prstGeom>
        </p:spPr>
        <p:txBody>
          <a:bodyPr spcFirstLastPara="1" wrap="square" lIns="91425" tIns="91425" rIns="91425" bIns="91425" anchor="t" anchorCtr="0">
            <a:noAutofit/>
          </a:bodyPr>
          <a:lstStyle/>
          <a:p>
            <a:pPr marL="0" lvl="0" indent="0"/>
            <a:r>
              <a:rPr lang="en-US" sz="1800" dirty="0"/>
              <a:t>Grouped sales by channel and calculated gross sales and percentages.</a:t>
            </a:r>
            <a:endParaRPr sz="1800" dirty="0"/>
          </a:p>
        </p:txBody>
      </p:sp>
      <p:sp>
        <p:nvSpPr>
          <p:cNvPr id="1920" name="Google Shape;1920;p35">
            <a:extLst>
              <a:ext uri="{FF2B5EF4-FFF2-40B4-BE49-F238E27FC236}">
                <a16:creationId xmlns:a16="http://schemas.microsoft.com/office/drawing/2014/main" id="{BF8EBF89-B5BC-EE62-E860-7B0F6F70CA7D}"/>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09</a:t>
            </a:r>
            <a:endParaRPr dirty="0"/>
          </a:p>
        </p:txBody>
      </p:sp>
      <p:grpSp>
        <p:nvGrpSpPr>
          <p:cNvPr id="1921" name="Google Shape;1921;p35">
            <a:extLst>
              <a:ext uri="{FF2B5EF4-FFF2-40B4-BE49-F238E27FC236}">
                <a16:creationId xmlns:a16="http://schemas.microsoft.com/office/drawing/2014/main" id="{0A5E25BF-7638-4248-80BC-7AB9A3861F51}"/>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0139B988-A707-D38E-261C-A11AE88A8C8A}"/>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A997C760-BC87-8727-668E-E2934EE6980C}"/>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78B7E11B-F239-ECA6-2E9C-333320FC2827}"/>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5EF41FBF-E684-FC05-6674-24F5CC7B652C}"/>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1F72E46C-1AB4-4316-E4B1-ED30B11D1D00}"/>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13AEC3E3-2704-F04D-B8D4-4875AE278C35}"/>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1ABC8F38-2C0C-FD79-2F45-D09FE2BEE268}"/>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FF80888B-A99E-5BED-58AD-F531B1B9B785}"/>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0EAAC32D-7B16-44BC-B243-B82CBD5390D2}"/>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052EB8CA-4684-B6CD-F086-0CBC6DEB3AD8}"/>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ABC81970-AE4E-F094-147A-F147A13A3711}"/>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9BF97F6B-D558-4629-B196-990E56680C5F}"/>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0901D9D5-1715-659D-693C-EC53362F8543}"/>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5832EF86-1B9C-14C6-8FE1-61F598A6A86F}"/>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descr="A screenshot of a computer screen&#10;&#10;AI-generated content may be incorrect.">
            <a:extLst>
              <a:ext uri="{FF2B5EF4-FFF2-40B4-BE49-F238E27FC236}">
                <a16:creationId xmlns:a16="http://schemas.microsoft.com/office/drawing/2014/main" id="{5E936097-16E8-821D-57B1-20405AF6EC9F}"/>
              </a:ext>
            </a:extLst>
          </p:cNvPr>
          <p:cNvPicPr>
            <a:picLocks noChangeAspect="1"/>
          </p:cNvPicPr>
          <p:nvPr/>
        </p:nvPicPr>
        <p:blipFill>
          <a:blip r:embed="rId3"/>
          <a:stretch>
            <a:fillRect/>
          </a:stretch>
        </p:blipFill>
        <p:spPr>
          <a:xfrm>
            <a:off x="4795798" y="1975958"/>
            <a:ext cx="3704839" cy="1192846"/>
          </a:xfrm>
          <a:prstGeom prst="rect">
            <a:avLst/>
          </a:prstGeom>
        </p:spPr>
      </p:pic>
      <p:pic>
        <p:nvPicPr>
          <p:cNvPr id="4" name="Picture 3" descr="A screenshot of a computer program&#10;&#10;AI-generated content may be incorrect.">
            <a:extLst>
              <a:ext uri="{FF2B5EF4-FFF2-40B4-BE49-F238E27FC236}">
                <a16:creationId xmlns:a16="http://schemas.microsoft.com/office/drawing/2014/main" id="{15781D39-8CD7-835C-A1EF-83F183773CA5}"/>
              </a:ext>
            </a:extLst>
          </p:cNvPr>
          <p:cNvPicPr>
            <a:picLocks noChangeAspect="1"/>
          </p:cNvPicPr>
          <p:nvPr/>
        </p:nvPicPr>
        <p:blipFill>
          <a:blip r:embed="rId4"/>
          <a:stretch>
            <a:fillRect/>
          </a:stretch>
        </p:blipFill>
        <p:spPr>
          <a:xfrm>
            <a:off x="698123" y="1992284"/>
            <a:ext cx="4065126" cy="3023755"/>
          </a:xfrm>
          <a:prstGeom prst="rect">
            <a:avLst/>
          </a:prstGeom>
        </p:spPr>
      </p:pic>
    </p:spTree>
    <p:extLst>
      <p:ext uri="{BB962C8B-B14F-4D97-AF65-F5344CB8AC3E}">
        <p14:creationId xmlns:p14="http://schemas.microsoft.com/office/powerpoint/2010/main" val="17033079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D08237C5-831B-7608-231C-54EC0801CB87}"/>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6C42DEA7-1CE4-EA5E-7FEC-BB356F52F816}"/>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What is the contribution of each sales channel to total sales in 2021?</a:t>
            </a:r>
            <a:endParaRPr sz="2000" dirty="0"/>
          </a:p>
        </p:txBody>
      </p:sp>
      <p:sp>
        <p:nvSpPr>
          <p:cNvPr id="1919" name="Google Shape;1919;p35">
            <a:extLst>
              <a:ext uri="{FF2B5EF4-FFF2-40B4-BE49-F238E27FC236}">
                <a16:creationId xmlns:a16="http://schemas.microsoft.com/office/drawing/2014/main" id="{BD5B7354-63D6-E70D-C911-C0776EBE2C79}"/>
              </a:ext>
            </a:extLst>
          </p:cNvPr>
          <p:cNvSpPr txBox="1">
            <a:spLocks noGrp="1"/>
          </p:cNvSpPr>
          <p:nvPr>
            <p:ph type="subTitle" idx="1"/>
          </p:nvPr>
        </p:nvSpPr>
        <p:spPr>
          <a:xfrm>
            <a:off x="5243141" y="3275262"/>
            <a:ext cx="2811833" cy="457800"/>
          </a:xfrm>
          <a:prstGeom prst="rect">
            <a:avLst/>
          </a:prstGeom>
        </p:spPr>
        <p:txBody>
          <a:bodyPr spcFirstLastPara="1" wrap="square" lIns="91425" tIns="91425" rIns="91425" bIns="91425" anchor="t" anchorCtr="0">
            <a:noAutofit/>
          </a:bodyPr>
          <a:lstStyle/>
          <a:p>
            <a:pPr marL="0" lvl="0" indent="0"/>
            <a:r>
              <a:rPr lang="en-US" sz="1800" dirty="0"/>
              <a:t>Grouped sales by channel and calculated gross sales and percentages.</a:t>
            </a:r>
            <a:endParaRPr sz="1800" dirty="0"/>
          </a:p>
        </p:txBody>
      </p:sp>
      <p:sp>
        <p:nvSpPr>
          <p:cNvPr id="1920" name="Google Shape;1920;p35">
            <a:extLst>
              <a:ext uri="{FF2B5EF4-FFF2-40B4-BE49-F238E27FC236}">
                <a16:creationId xmlns:a16="http://schemas.microsoft.com/office/drawing/2014/main" id="{9E641535-A4A4-A260-8430-EBFE70C4F619}"/>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09</a:t>
            </a:r>
            <a:endParaRPr dirty="0"/>
          </a:p>
        </p:txBody>
      </p:sp>
      <p:grpSp>
        <p:nvGrpSpPr>
          <p:cNvPr id="1921" name="Google Shape;1921;p35">
            <a:extLst>
              <a:ext uri="{FF2B5EF4-FFF2-40B4-BE49-F238E27FC236}">
                <a16:creationId xmlns:a16="http://schemas.microsoft.com/office/drawing/2014/main" id="{AB26AE9B-1676-E8D9-9DEB-52142C92C51B}"/>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5BD5C53F-02F4-8C20-DC25-144309C74FB6}"/>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CEC44417-9E5C-A826-0739-657048FE0213}"/>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BCE3C107-1536-23B8-CF51-AF6130A39DFE}"/>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3BD36C8B-6C99-8114-B161-ADACC5339DBC}"/>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CAD2B8F8-41CD-5DF7-D2D7-A1C01BC2475C}"/>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36D13115-80AB-C812-22F6-419FFF40816F}"/>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7EC4218F-0524-C26A-4A46-BD546BE15DA6}"/>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20304C03-8C3D-D4D0-A40C-196BE01597F0}"/>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9FA3A69B-C6FA-125F-0D47-E73CE68FE44D}"/>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72D409C7-9CE3-23FB-5E3D-B78D4513FA06}"/>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77D47E04-A316-6D45-FBF6-E10FBB888A1D}"/>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F08B6E92-28C5-3FAB-0802-EF719FD8B569}"/>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25A2A0F6-4434-90DF-A5AF-6F03DD1DF6CB}"/>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49BE6E85-9A03-8491-4C79-83967084153C}"/>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descr="A blue circle with white text&#10;&#10;AI-generated content may be incorrect.">
            <a:extLst>
              <a:ext uri="{FF2B5EF4-FFF2-40B4-BE49-F238E27FC236}">
                <a16:creationId xmlns:a16="http://schemas.microsoft.com/office/drawing/2014/main" id="{5316BC6E-9F02-F696-D2FF-A68B84F623D8}"/>
              </a:ext>
            </a:extLst>
          </p:cNvPr>
          <p:cNvPicPr>
            <a:picLocks noChangeAspect="1"/>
          </p:cNvPicPr>
          <p:nvPr/>
        </p:nvPicPr>
        <p:blipFill>
          <a:blip r:embed="rId3"/>
          <a:stretch>
            <a:fillRect/>
          </a:stretch>
        </p:blipFill>
        <p:spPr>
          <a:xfrm>
            <a:off x="1268819" y="2023337"/>
            <a:ext cx="4118344" cy="2943367"/>
          </a:xfrm>
          <a:prstGeom prst="rect">
            <a:avLst/>
          </a:prstGeom>
        </p:spPr>
      </p:pic>
    </p:spTree>
    <p:extLst>
      <p:ext uri="{BB962C8B-B14F-4D97-AF65-F5344CB8AC3E}">
        <p14:creationId xmlns:p14="http://schemas.microsoft.com/office/powerpoint/2010/main" val="3980822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B9DB8A66-FA9E-2750-DB67-6C147A30BBE7}"/>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58BF6AFA-7864-F8C8-40E7-FE16DDC00DBE}"/>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Which three products in each division sold the most units in 2021?</a:t>
            </a:r>
            <a:endParaRPr sz="2000" dirty="0"/>
          </a:p>
        </p:txBody>
      </p:sp>
      <p:sp>
        <p:nvSpPr>
          <p:cNvPr id="1919" name="Google Shape;1919;p35">
            <a:extLst>
              <a:ext uri="{FF2B5EF4-FFF2-40B4-BE49-F238E27FC236}">
                <a16:creationId xmlns:a16="http://schemas.microsoft.com/office/drawing/2014/main" id="{909F051E-2E76-2141-B2C6-A0F9E848FF2A}"/>
              </a:ext>
            </a:extLst>
          </p:cNvPr>
          <p:cNvSpPr txBox="1">
            <a:spLocks noGrp="1"/>
          </p:cNvSpPr>
          <p:nvPr>
            <p:ph type="subTitle" idx="1"/>
          </p:nvPr>
        </p:nvSpPr>
        <p:spPr>
          <a:xfrm>
            <a:off x="4511378" y="3857925"/>
            <a:ext cx="3859977" cy="457800"/>
          </a:xfrm>
          <a:prstGeom prst="rect">
            <a:avLst/>
          </a:prstGeom>
        </p:spPr>
        <p:txBody>
          <a:bodyPr spcFirstLastPara="1" wrap="square" lIns="91425" tIns="91425" rIns="91425" bIns="91425" anchor="t" anchorCtr="0">
            <a:noAutofit/>
          </a:bodyPr>
          <a:lstStyle/>
          <a:p>
            <a:pPr marL="0" lvl="0" indent="0"/>
            <a:r>
              <a:rPr lang="en-US" sz="1800" dirty="0"/>
              <a:t>Grouped by division and product, sorted by quantity sold, and selected top 3 per division.</a:t>
            </a:r>
            <a:endParaRPr sz="1800" dirty="0"/>
          </a:p>
        </p:txBody>
      </p:sp>
      <p:sp>
        <p:nvSpPr>
          <p:cNvPr id="1920" name="Google Shape;1920;p35">
            <a:extLst>
              <a:ext uri="{FF2B5EF4-FFF2-40B4-BE49-F238E27FC236}">
                <a16:creationId xmlns:a16="http://schemas.microsoft.com/office/drawing/2014/main" id="{096B908E-33AF-C284-2415-74E961C4F032}"/>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10</a:t>
            </a:r>
            <a:endParaRPr dirty="0"/>
          </a:p>
        </p:txBody>
      </p:sp>
      <p:grpSp>
        <p:nvGrpSpPr>
          <p:cNvPr id="1921" name="Google Shape;1921;p35">
            <a:extLst>
              <a:ext uri="{FF2B5EF4-FFF2-40B4-BE49-F238E27FC236}">
                <a16:creationId xmlns:a16="http://schemas.microsoft.com/office/drawing/2014/main" id="{619BA54D-8573-BDA9-F13C-6737E89633DD}"/>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31D942A1-05F6-4046-1853-82FCCC85D01A}"/>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F817208A-9CAA-C6C4-1DAA-83BC6D88FDE5}"/>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43BDC2E4-A610-92F6-018D-6B12BBC49795}"/>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210A0810-0DC3-BDAA-0D8E-F19DA993D68F}"/>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ED237EEE-C5BA-C465-C4EC-7BD3C2E82D06}"/>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8EAB0675-AD6A-AA88-2315-F5413F02F759}"/>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CD578D01-648D-3532-2A72-8A06E2BB5669}"/>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76FA2398-8895-D512-1830-B5920F365823}"/>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23DAF050-20B2-D615-037F-69F83F6D4590}"/>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B1BEEDF9-314A-C2D6-592F-1353B14BEBC4}"/>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B7BBF0D8-ED87-F1BE-94FE-4C5CD0E36FC7}"/>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143BF221-6186-384F-FF8E-677CDF46E8D2}"/>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BD7301E1-46F6-5757-703C-5E47A9C65E82}"/>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99DA23B8-2ADD-A075-17DB-5CCC108B38C9}"/>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4" name="Picture 3" descr="A screenshot of a computer&#10;&#10;AI-generated content may be incorrect.">
            <a:extLst>
              <a:ext uri="{FF2B5EF4-FFF2-40B4-BE49-F238E27FC236}">
                <a16:creationId xmlns:a16="http://schemas.microsoft.com/office/drawing/2014/main" id="{11615566-F615-EC75-DE99-9F8D500C7960}"/>
              </a:ext>
            </a:extLst>
          </p:cNvPr>
          <p:cNvPicPr>
            <a:picLocks noChangeAspect="1"/>
          </p:cNvPicPr>
          <p:nvPr/>
        </p:nvPicPr>
        <p:blipFill>
          <a:blip r:embed="rId3"/>
          <a:stretch>
            <a:fillRect/>
          </a:stretch>
        </p:blipFill>
        <p:spPr>
          <a:xfrm>
            <a:off x="4790210" y="2036662"/>
            <a:ext cx="3272741" cy="1724266"/>
          </a:xfrm>
          <a:prstGeom prst="rect">
            <a:avLst/>
          </a:prstGeom>
        </p:spPr>
      </p:pic>
      <p:pic>
        <p:nvPicPr>
          <p:cNvPr id="6" name="Picture 5">
            <a:extLst>
              <a:ext uri="{FF2B5EF4-FFF2-40B4-BE49-F238E27FC236}">
                <a16:creationId xmlns:a16="http://schemas.microsoft.com/office/drawing/2014/main" id="{B0609B90-87AB-A693-A8D3-BF5B924C0F4F}"/>
              </a:ext>
            </a:extLst>
          </p:cNvPr>
          <p:cNvPicPr>
            <a:picLocks noChangeAspect="1"/>
          </p:cNvPicPr>
          <p:nvPr/>
        </p:nvPicPr>
        <p:blipFill>
          <a:blip r:embed="rId4"/>
          <a:stretch>
            <a:fillRect/>
          </a:stretch>
        </p:blipFill>
        <p:spPr>
          <a:xfrm>
            <a:off x="755912" y="2023337"/>
            <a:ext cx="3859977" cy="2923963"/>
          </a:xfrm>
          <a:prstGeom prst="rect">
            <a:avLst/>
          </a:prstGeom>
        </p:spPr>
      </p:pic>
    </p:spTree>
    <p:extLst>
      <p:ext uri="{BB962C8B-B14F-4D97-AF65-F5344CB8AC3E}">
        <p14:creationId xmlns:p14="http://schemas.microsoft.com/office/powerpoint/2010/main" val="3837379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17">
          <a:extLst>
            <a:ext uri="{FF2B5EF4-FFF2-40B4-BE49-F238E27FC236}">
              <a16:creationId xmlns:a16="http://schemas.microsoft.com/office/drawing/2014/main" id="{E82F120A-BC9B-D15D-4F8D-D3159666EB22}"/>
            </a:ext>
          </a:extLst>
        </p:cNvPr>
        <p:cNvGrpSpPr/>
        <p:nvPr/>
      </p:nvGrpSpPr>
      <p:grpSpPr>
        <a:xfrm>
          <a:off x="0" y="0"/>
          <a:ext cx="0" cy="0"/>
          <a:chOff x="0" y="0"/>
          <a:chExt cx="0" cy="0"/>
        </a:xfrm>
      </p:grpSpPr>
      <p:sp>
        <p:nvSpPr>
          <p:cNvPr id="1918" name="Google Shape;1918;p35">
            <a:extLst>
              <a:ext uri="{FF2B5EF4-FFF2-40B4-BE49-F238E27FC236}">
                <a16:creationId xmlns:a16="http://schemas.microsoft.com/office/drawing/2014/main" id="{DBCE1B0F-4CDD-71E1-2952-D3A34BC42AE1}"/>
              </a:ext>
            </a:extLst>
          </p:cNvPr>
          <p:cNvSpPr txBox="1">
            <a:spLocks noGrp="1"/>
          </p:cNvSpPr>
          <p:nvPr>
            <p:ph type="title"/>
          </p:nvPr>
        </p:nvSpPr>
        <p:spPr>
          <a:xfrm>
            <a:off x="1552800" y="1181537"/>
            <a:ext cx="5838000" cy="841800"/>
          </a:xfrm>
          <a:prstGeom prst="rect">
            <a:avLst/>
          </a:prstGeom>
        </p:spPr>
        <p:txBody>
          <a:bodyPr spcFirstLastPara="1" wrap="square" lIns="91425" tIns="91425" rIns="91425" bIns="91425" anchor="b" anchorCtr="0">
            <a:noAutofit/>
          </a:bodyPr>
          <a:lstStyle/>
          <a:p>
            <a:pPr lvl="0"/>
            <a:r>
              <a:rPr lang="en-US" sz="2000" dirty="0"/>
              <a:t>Which three products in each division sold the most units in 2021?</a:t>
            </a:r>
            <a:endParaRPr sz="2000" dirty="0"/>
          </a:p>
        </p:txBody>
      </p:sp>
      <p:sp>
        <p:nvSpPr>
          <p:cNvPr id="1919" name="Google Shape;1919;p35">
            <a:extLst>
              <a:ext uri="{FF2B5EF4-FFF2-40B4-BE49-F238E27FC236}">
                <a16:creationId xmlns:a16="http://schemas.microsoft.com/office/drawing/2014/main" id="{0329D90A-3CD7-2FC5-ABB3-7D337EBA2319}"/>
              </a:ext>
            </a:extLst>
          </p:cNvPr>
          <p:cNvSpPr txBox="1">
            <a:spLocks noGrp="1"/>
          </p:cNvSpPr>
          <p:nvPr>
            <p:ph type="subTitle" idx="1"/>
          </p:nvPr>
        </p:nvSpPr>
        <p:spPr>
          <a:xfrm>
            <a:off x="826446" y="4086825"/>
            <a:ext cx="7130890" cy="457800"/>
          </a:xfrm>
          <a:prstGeom prst="rect">
            <a:avLst/>
          </a:prstGeom>
        </p:spPr>
        <p:txBody>
          <a:bodyPr spcFirstLastPara="1" wrap="square" lIns="91425" tIns="91425" rIns="91425" bIns="91425" anchor="t" anchorCtr="0">
            <a:noAutofit/>
          </a:bodyPr>
          <a:lstStyle/>
          <a:p>
            <a:pPr marL="0" lvl="0" indent="0"/>
            <a:r>
              <a:rPr lang="en-US" sz="1800" dirty="0"/>
              <a:t>Grouped by division and product, sorted by quantity sold, and selected top 3 per division.</a:t>
            </a:r>
            <a:endParaRPr sz="1800" dirty="0"/>
          </a:p>
        </p:txBody>
      </p:sp>
      <p:sp>
        <p:nvSpPr>
          <p:cNvPr id="1920" name="Google Shape;1920;p35">
            <a:extLst>
              <a:ext uri="{FF2B5EF4-FFF2-40B4-BE49-F238E27FC236}">
                <a16:creationId xmlns:a16="http://schemas.microsoft.com/office/drawing/2014/main" id="{C6B79C6C-52A5-6245-1C9D-E493CC6F706A}"/>
              </a:ext>
            </a:extLst>
          </p:cNvPr>
          <p:cNvSpPr txBox="1">
            <a:spLocks noGrp="1"/>
          </p:cNvSpPr>
          <p:nvPr>
            <p:ph type="title" idx="2"/>
          </p:nvPr>
        </p:nvSpPr>
        <p:spPr>
          <a:xfrm>
            <a:off x="3540641" y="176796"/>
            <a:ext cx="1702500" cy="103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dirty="0"/>
              <a:t>10</a:t>
            </a:r>
            <a:endParaRPr dirty="0"/>
          </a:p>
        </p:txBody>
      </p:sp>
      <p:grpSp>
        <p:nvGrpSpPr>
          <p:cNvPr id="1921" name="Google Shape;1921;p35">
            <a:extLst>
              <a:ext uri="{FF2B5EF4-FFF2-40B4-BE49-F238E27FC236}">
                <a16:creationId xmlns:a16="http://schemas.microsoft.com/office/drawing/2014/main" id="{5C57762E-6B7C-F425-A703-48183759A783}"/>
              </a:ext>
            </a:extLst>
          </p:cNvPr>
          <p:cNvGrpSpPr/>
          <p:nvPr/>
        </p:nvGrpSpPr>
        <p:grpSpPr>
          <a:xfrm>
            <a:off x="7358250" y="1285575"/>
            <a:ext cx="130200" cy="126125"/>
            <a:chOff x="3935725" y="167575"/>
            <a:chExt cx="130200" cy="126125"/>
          </a:xfrm>
        </p:grpSpPr>
        <p:sp>
          <p:nvSpPr>
            <p:cNvPr id="1922" name="Google Shape;1922;p35">
              <a:extLst>
                <a:ext uri="{FF2B5EF4-FFF2-40B4-BE49-F238E27FC236}">
                  <a16:creationId xmlns:a16="http://schemas.microsoft.com/office/drawing/2014/main" id="{785131EC-2D6F-13A4-A620-FE1DD43F74B7}"/>
                </a:ext>
              </a:extLst>
            </p:cNvPr>
            <p:cNvSpPr/>
            <p:nvPr/>
          </p:nvSpPr>
          <p:spPr>
            <a:xfrm>
              <a:off x="3935725" y="1675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3" name="Google Shape;1923;p35">
              <a:extLst>
                <a:ext uri="{FF2B5EF4-FFF2-40B4-BE49-F238E27FC236}">
                  <a16:creationId xmlns:a16="http://schemas.microsoft.com/office/drawing/2014/main" id="{BE9AEF3A-814F-E4AB-DA90-245EAB5B016F}"/>
                </a:ext>
              </a:extLst>
            </p:cNvPr>
            <p:cNvSpPr/>
            <p:nvPr/>
          </p:nvSpPr>
          <p:spPr>
            <a:xfrm>
              <a:off x="4000825" y="201775"/>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sp>
          <p:nvSpPr>
            <p:cNvPr id="1924" name="Google Shape;1924;p35">
              <a:extLst>
                <a:ext uri="{FF2B5EF4-FFF2-40B4-BE49-F238E27FC236}">
                  <a16:creationId xmlns:a16="http://schemas.microsoft.com/office/drawing/2014/main" id="{7CFC41A2-4657-41BE-C671-1A65323B12AC}"/>
                </a:ext>
              </a:extLst>
            </p:cNvPr>
            <p:cNvSpPr/>
            <p:nvPr/>
          </p:nvSpPr>
          <p:spPr>
            <a:xfrm>
              <a:off x="3935725" y="237300"/>
              <a:ext cx="65100" cy="56400"/>
            </a:xfrm>
            <a:prstGeom prst="hexagon">
              <a:avLst>
                <a:gd name="adj" fmla="val 25000"/>
                <a:gd name="vf" fmla="val 11547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jari"/>
                <a:ea typeface="Manjari"/>
                <a:cs typeface="Manjari"/>
                <a:sym typeface="Manjari"/>
              </a:endParaRPr>
            </a:p>
          </p:txBody>
        </p:sp>
      </p:grpSp>
      <p:grpSp>
        <p:nvGrpSpPr>
          <p:cNvPr id="1925" name="Google Shape;1925;p35">
            <a:extLst>
              <a:ext uri="{FF2B5EF4-FFF2-40B4-BE49-F238E27FC236}">
                <a16:creationId xmlns:a16="http://schemas.microsoft.com/office/drawing/2014/main" id="{2E9016F4-DB05-2A26-0817-3CC444B8B5EF}"/>
              </a:ext>
            </a:extLst>
          </p:cNvPr>
          <p:cNvGrpSpPr/>
          <p:nvPr/>
        </p:nvGrpSpPr>
        <p:grpSpPr>
          <a:xfrm>
            <a:off x="8146817" y="1602437"/>
            <a:ext cx="449076" cy="119073"/>
            <a:chOff x="7108302" y="2550931"/>
            <a:chExt cx="281323" cy="74593"/>
          </a:xfrm>
        </p:grpSpPr>
        <p:sp>
          <p:nvSpPr>
            <p:cNvPr id="1926" name="Google Shape;1926;p35">
              <a:extLst>
                <a:ext uri="{FF2B5EF4-FFF2-40B4-BE49-F238E27FC236}">
                  <a16:creationId xmlns:a16="http://schemas.microsoft.com/office/drawing/2014/main" id="{DDA40A78-59C0-21D3-391F-A8BB41543CC1}"/>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a:extLst>
                <a:ext uri="{FF2B5EF4-FFF2-40B4-BE49-F238E27FC236}">
                  <a16:creationId xmlns:a16="http://schemas.microsoft.com/office/drawing/2014/main" id="{88A1DC4B-3CC2-E00A-3A92-430D5046BADE}"/>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a:extLst>
                <a:ext uri="{FF2B5EF4-FFF2-40B4-BE49-F238E27FC236}">
                  <a16:creationId xmlns:a16="http://schemas.microsoft.com/office/drawing/2014/main" id="{6411A0C3-5989-24EC-FC16-2167581DD558}"/>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a:extLst>
                <a:ext uri="{FF2B5EF4-FFF2-40B4-BE49-F238E27FC236}">
                  <a16:creationId xmlns:a16="http://schemas.microsoft.com/office/drawing/2014/main" id="{22312054-04BE-8432-85AF-A0F02396324F}"/>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a:extLst>
                <a:ext uri="{FF2B5EF4-FFF2-40B4-BE49-F238E27FC236}">
                  <a16:creationId xmlns:a16="http://schemas.microsoft.com/office/drawing/2014/main" id="{B83DCBC0-2A1D-BEDA-6470-A84134E7FCBF}"/>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a:extLst>
                <a:ext uri="{FF2B5EF4-FFF2-40B4-BE49-F238E27FC236}">
                  <a16:creationId xmlns:a16="http://schemas.microsoft.com/office/drawing/2014/main" id="{C2BCC435-D583-FB46-314D-571083015BF3}"/>
                </a:ext>
              </a:extLst>
            </p:cNvPr>
            <p:cNvSpPr/>
            <p:nvPr/>
          </p:nvSpPr>
          <p:spPr>
            <a:xfrm>
              <a:off x="7347000" y="2550931"/>
              <a:ext cx="42625" cy="74593"/>
            </a:xfrm>
            <a:custGeom>
              <a:avLst/>
              <a:gdLst/>
              <a:ahLst/>
              <a:cxnLst/>
              <a:rect l="l" t="t" r="r" b="b"/>
              <a:pathLst>
                <a:path w="20" h="35" extrusionOk="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a:extLst>
                <a:ext uri="{FF2B5EF4-FFF2-40B4-BE49-F238E27FC236}">
                  <a16:creationId xmlns:a16="http://schemas.microsoft.com/office/drawing/2014/main" id="{193D15E9-4943-7F12-F78A-B475D30D196A}"/>
                </a:ext>
              </a:extLst>
            </p:cNvPr>
            <p:cNvSpPr/>
            <p:nvPr/>
          </p:nvSpPr>
          <p:spPr>
            <a:xfrm>
              <a:off x="7285195" y="2550931"/>
              <a:ext cx="44757" cy="74593"/>
            </a:xfrm>
            <a:custGeom>
              <a:avLst/>
              <a:gdLst/>
              <a:ahLst/>
              <a:cxnLst/>
              <a:rect l="l" t="t" r="r" b="b"/>
              <a:pathLst>
                <a:path w="21" h="35" extrusionOk="0">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a:extLst>
                <a:ext uri="{FF2B5EF4-FFF2-40B4-BE49-F238E27FC236}">
                  <a16:creationId xmlns:a16="http://schemas.microsoft.com/office/drawing/2014/main" id="{529A0F04-3476-D044-833D-4143BBA4773B}"/>
                </a:ext>
              </a:extLst>
            </p:cNvPr>
            <p:cNvSpPr/>
            <p:nvPr/>
          </p:nvSpPr>
          <p:spPr>
            <a:xfrm>
              <a:off x="7227651" y="2550931"/>
              <a:ext cx="42625" cy="74593"/>
            </a:xfrm>
            <a:custGeom>
              <a:avLst/>
              <a:gdLst/>
              <a:ahLst/>
              <a:cxnLst/>
              <a:rect l="l" t="t" r="r" b="b"/>
              <a:pathLst>
                <a:path w="20" h="35" extrusionOk="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a:extLst>
                <a:ext uri="{FF2B5EF4-FFF2-40B4-BE49-F238E27FC236}">
                  <a16:creationId xmlns:a16="http://schemas.microsoft.com/office/drawing/2014/main" id="{B1DBD8C1-DB28-7DEC-A243-D6D424308183}"/>
                </a:ext>
              </a:extLst>
            </p:cNvPr>
            <p:cNvSpPr/>
            <p:nvPr/>
          </p:nvSpPr>
          <p:spPr>
            <a:xfrm>
              <a:off x="7170108" y="2550931"/>
              <a:ext cx="42625" cy="74593"/>
            </a:xfrm>
            <a:custGeom>
              <a:avLst/>
              <a:gdLst/>
              <a:ahLst/>
              <a:cxnLst/>
              <a:rect l="l" t="t" r="r" b="b"/>
              <a:pathLst>
                <a:path w="20" h="35" extrusionOk="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a:extLst>
                <a:ext uri="{FF2B5EF4-FFF2-40B4-BE49-F238E27FC236}">
                  <a16:creationId xmlns:a16="http://schemas.microsoft.com/office/drawing/2014/main" id="{3E491279-0455-C747-D198-99EB5360F7DF}"/>
                </a:ext>
              </a:extLst>
            </p:cNvPr>
            <p:cNvSpPr/>
            <p:nvPr/>
          </p:nvSpPr>
          <p:spPr>
            <a:xfrm>
              <a:off x="7108302" y="2550931"/>
              <a:ext cx="42625" cy="74593"/>
            </a:xfrm>
            <a:custGeom>
              <a:avLst/>
              <a:gdLst/>
              <a:ahLst/>
              <a:cxnLst/>
              <a:rect l="l" t="t" r="r" b="b"/>
              <a:pathLst>
                <a:path w="20" h="35" extrusionOk="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descr="A screenshot of a graph&#10;&#10;AI-generated content may be incorrect.">
            <a:extLst>
              <a:ext uri="{FF2B5EF4-FFF2-40B4-BE49-F238E27FC236}">
                <a16:creationId xmlns:a16="http://schemas.microsoft.com/office/drawing/2014/main" id="{F3AB10E9-C0B6-A872-D7D5-A7C5099827BC}"/>
              </a:ext>
            </a:extLst>
          </p:cNvPr>
          <p:cNvPicPr>
            <a:picLocks noChangeAspect="1"/>
          </p:cNvPicPr>
          <p:nvPr/>
        </p:nvPicPr>
        <p:blipFill>
          <a:blip r:embed="rId3"/>
          <a:stretch>
            <a:fillRect/>
          </a:stretch>
        </p:blipFill>
        <p:spPr>
          <a:xfrm>
            <a:off x="1616150" y="2023337"/>
            <a:ext cx="5742100" cy="2063488"/>
          </a:xfrm>
          <a:prstGeom prst="rect">
            <a:avLst/>
          </a:prstGeom>
        </p:spPr>
      </p:pic>
    </p:spTree>
    <p:extLst>
      <p:ext uri="{BB962C8B-B14F-4D97-AF65-F5344CB8AC3E}">
        <p14:creationId xmlns:p14="http://schemas.microsoft.com/office/powerpoint/2010/main" val="3954903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00"/>
        <p:cNvGrpSpPr/>
        <p:nvPr/>
      </p:nvGrpSpPr>
      <p:grpSpPr>
        <a:xfrm>
          <a:off x="0" y="0"/>
          <a:ext cx="0" cy="0"/>
          <a:chOff x="0" y="0"/>
          <a:chExt cx="0" cy="0"/>
        </a:xfrm>
      </p:grpSpPr>
      <p:sp>
        <p:nvSpPr>
          <p:cNvPr id="1901" name="Google Shape;1901;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b="0" dirty="0"/>
              <a:t>Strategic Recommendations</a:t>
            </a:r>
            <a:endParaRPr dirty="0"/>
          </a:p>
        </p:txBody>
      </p:sp>
      <p:sp>
        <p:nvSpPr>
          <p:cNvPr id="1902" name="Google Shape;1902;p34"/>
          <p:cNvSpPr txBox="1">
            <a:spLocks noGrp="1"/>
          </p:cNvSpPr>
          <p:nvPr>
            <p:ph type="subTitle" idx="3"/>
          </p:nvPr>
        </p:nvSpPr>
        <p:spPr>
          <a:xfrm>
            <a:off x="1814040" y="2991668"/>
            <a:ext cx="2570100" cy="572700"/>
          </a:xfrm>
          <a:prstGeom prst="rect">
            <a:avLst/>
          </a:prstGeom>
        </p:spPr>
        <p:txBody>
          <a:bodyPr spcFirstLastPara="1" wrap="square" lIns="91425" tIns="91425" rIns="91425" bIns="91425" anchor="t" anchorCtr="0">
            <a:noAutofit/>
          </a:bodyPr>
          <a:lstStyle/>
          <a:p>
            <a:pPr marL="0" lvl="0" indent="0"/>
            <a:r>
              <a:rPr lang="en-US" b="1" dirty="0"/>
              <a:t>Discount Control:</a:t>
            </a:r>
            <a:r>
              <a:rPr lang="en-US" dirty="0"/>
              <a:t> Review pricing strategy for top customers (Flipkart, </a:t>
            </a:r>
            <a:r>
              <a:rPr lang="en-US" dirty="0" err="1"/>
              <a:t>Viveks</a:t>
            </a:r>
            <a:r>
              <a:rPr lang="en-US" dirty="0"/>
              <a:t>) to ensure high volume justifies the &gt;30% discount margin erosion.</a:t>
            </a:r>
            <a:endParaRPr dirty="0"/>
          </a:p>
        </p:txBody>
      </p:sp>
      <p:sp>
        <p:nvSpPr>
          <p:cNvPr id="1903" name="Google Shape;1903;p34"/>
          <p:cNvSpPr txBox="1">
            <a:spLocks noGrp="1"/>
          </p:cNvSpPr>
          <p:nvPr>
            <p:ph type="subTitle" idx="1"/>
          </p:nvPr>
        </p:nvSpPr>
        <p:spPr>
          <a:xfrm>
            <a:off x="1814040" y="1292783"/>
            <a:ext cx="2570100" cy="572700"/>
          </a:xfrm>
          <a:prstGeom prst="rect">
            <a:avLst/>
          </a:prstGeom>
        </p:spPr>
        <p:txBody>
          <a:bodyPr spcFirstLastPara="1" wrap="square" lIns="91425" tIns="91425" rIns="91425" bIns="91425" anchor="t" anchorCtr="0">
            <a:noAutofit/>
          </a:bodyPr>
          <a:lstStyle/>
          <a:p>
            <a:pPr marL="0" lvl="0" indent="0"/>
            <a:r>
              <a:rPr lang="en-US" dirty="0"/>
              <a:t>Diversify Sales Channels: Reduce impact of Retailer dominance by investing 15% more marketing budget into Direct-to-Consumer (DTC) channels. </a:t>
            </a:r>
            <a:endParaRPr dirty="0"/>
          </a:p>
        </p:txBody>
      </p:sp>
      <p:sp>
        <p:nvSpPr>
          <p:cNvPr id="1904" name="Google Shape;1904;p34"/>
          <p:cNvSpPr txBox="1">
            <a:spLocks noGrp="1"/>
          </p:cNvSpPr>
          <p:nvPr>
            <p:ph type="subTitle" idx="2"/>
          </p:nvPr>
        </p:nvSpPr>
        <p:spPr>
          <a:xfrm>
            <a:off x="5672813" y="1292783"/>
            <a:ext cx="2570100" cy="572700"/>
          </a:xfrm>
          <a:prstGeom prst="rect">
            <a:avLst/>
          </a:prstGeom>
        </p:spPr>
        <p:txBody>
          <a:bodyPr spcFirstLastPara="1" wrap="square" lIns="91425" tIns="91425" rIns="91425" bIns="91425" anchor="t" anchorCtr="0">
            <a:noAutofit/>
          </a:bodyPr>
          <a:lstStyle/>
          <a:p>
            <a:pPr marL="0" lvl="0" indent="0"/>
            <a:r>
              <a:rPr lang="en-US" dirty="0"/>
              <a:t>Optimize for Q1: Ramp up inventory production in July-August to prevent stockouts during the critical Sep-Nov festive season. </a:t>
            </a:r>
            <a:endParaRPr dirty="0"/>
          </a:p>
        </p:txBody>
      </p:sp>
      <p:sp>
        <p:nvSpPr>
          <p:cNvPr id="1906" name="Google Shape;1906;p34"/>
          <p:cNvSpPr txBox="1">
            <a:spLocks noGrp="1"/>
          </p:cNvSpPr>
          <p:nvPr>
            <p:ph type="title" idx="5"/>
          </p:nvPr>
        </p:nvSpPr>
        <p:spPr>
          <a:xfrm>
            <a:off x="901087" y="1440375"/>
            <a:ext cx="820500" cy="64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01</a:t>
            </a:r>
            <a:endParaRPr/>
          </a:p>
        </p:txBody>
      </p:sp>
      <p:sp>
        <p:nvSpPr>
          <p:cNvPr id="1907" name="Google Shape;1907;p34"/>
          <p:cNvSpPr txBox="1">
            <a:spLocks noGrp="1"/>
          </p:cNvSpPr>
          <p:nvPr>
            <p:ph type="title" idx="7"/>
          </p:nvPr>
        </p:nvSpPr>
        <p:spPr>
          <a:xfrm>
            <a:off x="4759861" y="1440375"/>
            <a:ext cx="820500" cy="64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02</a:t>
            </a:r>
            <a:endParaRPr/>
          </a:p>
        </p:txBody>
      </p:sp>
      <p:sp>
        <p:nvSpPr>
          <p:cNvPr id="1909" name="Google Shape;1909;p34"/>
          <p:cNvSpPr txBox="1">
            <a:spLocks noGrp="1"/>
          </p:cNvSpPr>
          <p:nvPr>
            <p:ph type="title" idx="6"/>
          </p:nvPr>
        </p:nvSpPr>
        <p:spPr>
          <a:xfrm>
            <a:off x="901087" y="3155327"/>
            <a:ext cx="820500" cy="64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03</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screenshot of a computer&#10;&#10;AI-generated content may be incorrect.">
            <a:extLst>
              <a:ext uri="{FF2B5EF4-FFF2-40B4-BE49-F238E27FC236}">
                <a16:creationId xmlns:a16="http://schemas.microsoft.com/office/drawing/2014/main" id="{103CFA65-AFEB-5FB3-088A-2F1C35BEC9B6}"/>
              </a:ext>
            </a:extLst>
          </p:cNvPr>
          <p:cNvPicPr>
            <a:picLocks noChangeAspect="1"/>
          </p:cNvPicPr>
          <p:nvPr/>
        </p:nvPicPr>
        <p:blipFill>
          <a:blip r:embed="rId2"/>
          <a:stretch>
            <a:fillRect/>
          </a:stretch>
        </p:blipFill>
        <p:spPr>
          <a:xfrm>
            <a:off x="1615342" y="0"/>
            <a:ext cx="5913315" cy="5143500"/>
          </a:xfrm>
          <a:prstGeom prst="rect">
            <a:avLst/>
          </a:prstGeom>
        </p:spPr>
      </p:pic>
    </p:spTree>
    <p:extLst>
      <p:ext uri="{BB962C8B-B14F-4D97-AF65-F5344CB8AC3E}">
        <p14:creationId xmlns:p14="http://schemas.microsoft.com/office/powerpoint/2010/main" val="3141227157"/>
      </p:ext>
    </p:extLst>
  </p:cSld>
  <p:clrMapOvr>
    <a:masterClrMapping/>
  </p:clrMapOvr>
</p:sld>
</file>

<file path=ppt/theme/theme1.xml><?xml version="1.0" encoding="utf-8"?>
<a:theme xmlns:a="http://schemas.openxmlformats.org/drawingml/2006/main" name="Data Analysis Workshop by Slidesgo">
  <a:themeElements>
    <a:clrScheme name="Simple Light">
      <a:dk1>
        <a:srgbClr val="FFFFFF"/>
      </a:dk1>
      <a:lt1>
        <a:srgbClr val="005F71"/>
      </a:lt1>
      <a:dk2>
        <a:srgbClr val="010318"/>
      </a:dk2>
      <a:lt2>
        <a:srgbClr val="00FFFD"/>
      </a:lt2>
      <a:accent1>
        <a:srgbClr val="00CDAB"/>
      </a:accent1>
      <a:accent2>
        <a:srgbClr val="028670"/>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2300</TotalTime>
  <Words>798</Words>
  <Application>Microsoft Office PowerPoint</Application>
  <PresentationFormat>On-screen Show (16:9)</PresentationFormat>
  <Paragraphs>80</Paragraphs>
  <Slides>26</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Calibri</vt:lpstr>
      <vt:lpstr>Lexend</vt:lpstr>
      <vt:lpstr>Manjari</vt:lpstr>
      <vt:lpstr>Arial</vt:lpstr>
      <vt:lpstr>Data Analysis Workshop by Slidesgo</vt:lpstr>
      <vt:lpstr>AtliQ Hardware — Data-Driven Insights from Ad-Hoc Analysis</vt:lpstr>
      <vt:lpstr>  Introduction  About AtliQ Hardware:  -A top-tier hardware manufacturer expanding across 27 global markets.  Business Challenge:  -Lack of real-time insights for strategic planning.  Objective:  -Empower leadership with data-informed insights via SQL analysis.</vt:lpstr>
      <vt:lpstr>AGENDA  Project Objective   Business Questions &amp; Insights  Key Takeaways  Strategic Recommendations</vt:lpstr>
      <vt:lpstr>Executive Summary  </vt:lpstr>
      <vt:lpstr>In which APAC countries does the customer 'AtliQ Exclusive' operate?</vt:lpstr>
      <vt:lpstr>In which APAC countries does the customer 'AtliQ Exclusive' operate?</vt:lpstr>
      <vt:lpstr>How many new unique products were introduced in 2021 compared to 2020?</vt:lpstr>
      <vt:lpstr>How many new unique products were introduced in 2021 compared to 2020?</vt:lpstr>
      <vt:lpstr>Which segments have the highest number of unique products?</vt:lpstr>
      <vt:lpstr>Which segments have the highest number of unique products?</vt:lpstr>
      <vt:lpstr>Which segment saw the most growth in unique products year-over-year?</vt:lpstr>
      <vt:lpstr>Which segment saw the most growth in unique products year-over-year?</vt:lpstr>
      <vt:lpstr>Which products had the highest and lowest manufacturing costs?</vt:lpstr>
      <vt:lpstr>Which products had the highest and lowest manufacturing costs?</vt:lpstr>
      <vt:lpstr>Who are the top Indian customers receiving the highest average pre invoice discounts in 2021?</vt:lpstr>
      <vt:lpstr>Who are the top Indian customers receiving the highest average pre invoice discounts in 2021?</vt:lpstr>
      <vt:lpstr>What were the monthly gross sales trends for AtliQ Exclusive?</vt:lpstr>
      <vt:lpstr>What were the monthly gross sales trends for AtliQ Exclusive?</vt:lpstr>
      <vt:lpstr>Which quarter in 2020 saw the highest quantity of products sold?</vt:lpstr>
      <vt:lpstr>Which quarter in 2020 saw the highest quantity of products sold?</vt:lpstr>
      <vt:lpstr>What is the contribution of each sales channel to total sales in 2021?</vt:lpstr>
      <vt:lpstr>What is the contribution of each sales channel to total sales in 2021?</vt:lpstr>
      <vt:lpstr>Which three products in each division sold the most units in 2021?</vt:lpstr>
      <vt:lpstr>Which three products in each division sold the most units in 2021?</vt:lpstr>
      <vt:lpstr>Strategic 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NewPC</dc:creator>
  <cp:lastModifiedBy>Trey W</cp:lastModifiedBy>
  <cp:revision>20</cp:revision>
  <dcterms:modified xsi:type="dcterms:W3CDTF">2025-12-11T11:31:19Z</dcterms:modified>
</cp:coreProperties>
</file>